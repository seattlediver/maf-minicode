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begins, and MiniCode gets hands. It can now create a file and change one, and every design decision here is about making those two operations refuse rather than guess. An agent that edits confidently on stale information is worse than one that cannot edit at all. We start from the Phase 2 Capstone folder. This builds on Module 4's sandbox, since every write goes through ResolvePath exactly as every read does, and on Module 5b's IFileSystemService, which gains its write side here. Module 5a's interception seam matters too: it is what will let Module 15 put a human in front of these two tools without touching either of them. Setup: nothing new to install. System.Security.Cryptography is in the shared framework, so MiniCode.Workspace still has zero package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Prefer a targeted edit over rewriting a file. Handing a model a whole file and taking back a whole file invites it to reformat, drop a using it did not understand, or silently lose the part it was not thinking about. Replacing one anchored fragment cannot do any of those. The replacement is string.Concat on three slices: no regex, no line splitting. So whatever line endings surrounded the anchor are still there afterwards, untouched, because they were never parsed.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Deterministic means exactly once, or not at all. edit_file finds the anchor text. Zero matches is a failure. Two matches is also a failure, because picking the first would be a guess, and a guess that edits source is the worst kind. The model is told to include more context and try again, which is a thing it is good at. The uniqueness check uses IndexOf from first plus one rather than counting every occurrence: it only matters whether there is a second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Stale source is the failure that looks like success. The model reads a file, thinks for four turns, then edits based on what it saw. Meanwhile the file changed: you edited it, a build regenerated it, another tool touched it. The edit still works, in the sense that the anchor is found and the write succeeds, and the result is wrong in a way nobody notices.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reads hand out a fingerprint and edits can demand it. read_file now ends with twelve hex characters of a SHA-256 over the file's bytes. Pass it to edit_file and a file that has moved on is refused, with the new fingerprint in the message so the model knows to read again. Bytes, not a timestamp: timestamps have one-second granularity and change when nothing did. The fingerprint check runs before the file is read, so a stale edit costs nothing beyond hashing. expectedFingerprint is optional and defaults to null. An edit without one still works; this is a guard the model opts into, and read_file tells it to. Making it mandatory would break the case where the model writes a file and immediately edits it. Twelve hex characters, not sixty-four: the model copies this string and every character costs context. Twelve is ample for detecting change, and this is a staleness check rather than a security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a file and replacing one are different intentions. write_file refuses an existing path unless overwrite: true is passed explicitly. The common case, writing a new file, is safe by default, and destroying an existing one requires saying so. Directory.CreateDirectory runs before writing, so write_file can create src/Models/Customer.cs when Models does not exist yet, which is what creating a file usually means in practice. ResolvePath is the first line of both methods. Writing outside the workspace is not a special case that needed new code: it is the same sandbox, refusing the same way it has since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refusal must be a sentence the model can act on. 'That text appears more than once. Include enough context to make it unique.' is a usable instruction. ArgumentException is not. None of these methods contain a try: they throw, and Module 5a's DirectToolInvoker turns the throw into text, exactly as it has since the read tools. These are the three refusals from the lesson's real output, each rewrapped onto two lines to fit the slide; the words are unchanged. The first is the important one. That fingerprint was valid a moment earlier; the edit that used it changed the file, so the next edit carrying the same fingerprint is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One: preserve encoding and line endings. WriteFile uses File.WriteAllText, which writes UTF-8 without a BOM and whatever line endings were in the string. Overwrite a CRLF file with content the model composed using backslash-n and you get a diff touching every line, a catastrophe that looks like a formatting change. Detect the existing file's encoding, including whether it has a BOM, and its dominant line ending before writing, and re-apply both. Acceptance criteria: overwriting a CRLF file with LF content leaves the file CRLF; a UTF-8-with-BOM file still has its BOM afterwards; a new file gets UTF-8 without a BOM and the platform's line ending. This belongs in src/MiniCode.Workspace/FileSystemService.cs. Exercise Two: show the modification as a diff. Both tools currently report a line number. Return a few lines of before-and-after context instead, the changed region with two lines either side, minus and plus prefixed, so the operator can see on screen what changed without opening the file. Write it over the BCL; do not add a diff package. Acceptance criteria: an edit inside a large file shows only the changed region; an edit at line 1 does not fail trying to show context above it; the output is short enough to be worth putting in the model's context. Neither has a reference implementation in a later Module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is real output from this Module's code, against a temporary repository containing one Customer.cs. It is trimmed for the slide: the read shows only its last two numbered lines, the fingerprint line is wrapped, and the file on disk shows only its last lines. A read now ends with a fingerprint. Then the lab's edit, add an EmailAddress property to Customer, anchored on the Name property: Edited src/Customer.cs at line 7, with a new fingerprint. Showing the modification: both tools report what happened and hand back the new fingerprint. The line number lets the model cite the change, and the fingerprint means the next edit can be guarded without reading the file again. Creating a new file is unremarkable, which is the point: Wrote src/Order.cs, 4 lines. And the file on disk afterwards has one property added, blank lines and indentation intact, nothing else in the file touched. That is what a targeted edit buys you over handing the model the whole file and hoping. One more change you won't see here: Module 8b's working state now records src/Customer.cs (modified) after a write or edit, and the modified note supersedes the read note for the same file. Without that, a compaction leaves the agent knowing it looked at a file it had actually changed, which is how an agent redoes work it already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Module deliberately does not do: nobody is asked for permission. MiniCode can now change your files because a language model decided to. Here is where it goes. In Module 11a, run_command lets the agent build what it just changed, the first time it can check whether an edit works. In Module 12, the model chains search, read, edit and build itself inside one request, with a guard that stops a chain that never converges. In Module 14, GitDiff shows every change in the working tree, beyond the one-line report these tools give. And in Module 15, write_file and edit_file are the calls that need a human's approval before they run. This ships in the Phase 3 Capstone, Autonomous Fixer, version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10  ·  PHASE 3</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Safe File Editing</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MiniCode gets hands, and learns to refuse rather than guess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Phase2-Capstone-PlanningAgent/</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Module10-SafeFileEditing/</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a targeted edit beats rewriting a whole file</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Editing exactly once, or not at all</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Catching stale source with a fingerprint</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Keeping create and overwrite apart</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Refusals the model can act on</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10 — Safe File Editing</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Prefer a targeted edit over rewriting a file</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Rewrite the whole file</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may reformat it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It may drop a using it didn't understand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It may lose the part it wasn't thinking about</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Replace one anchor</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fragment found, one fragment replaced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Everything around it is left untouched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None of those three failures can happen</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edit_file is the targeted edit. write_file creates files.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10 — Safe File Editing</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Exactly once, or not at all</a:t>
            </a:r>
            <a:endParaRPr lang="en-US" sz="2800" dirty="0"/>
          </a:p>
        </p:txBody>
      </p:sp>
      <p:sp>
        <p:nvSpPr>
          <p:cNvPr id="4" name="Shape 2"/>
          <p:cNvSpPr/>
          <p:nvPr/>
        </p:nvSpPr>
        <p:spPr>
          <a:xfrm>
            <a:off x="457200" y="1371600"/>
            <a:ext cx="2560320" cy="1737360"/>
          </a:xfrm>
          <a:prstGeom prst="roundRect">
            <a:avLst>
              <a:gd name="adj" fmla="val 421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Zero matches</a:t>
            </a:r>
            <a:endParaRPr lang="en-US" sz="1500" dirty="0"/>
          </a:p>
        </p:txBody>
      </p:sp>
      <p:sp>
        <p:nvSpPr>
          <p:cNvPr id="8" name="Text 5"/>
          <p:cNvSpPr txBox="1"/>
          <p:nvPr/>
        </p:nvSpPr>
        <p:spPr>
          <a:xfrm>
            <a:off x="64008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Refused: that text does not appear in the file</a:t>
            </a:r>
            <a:endParaRPr lang="en-US" sz="1200" dirty="0"/>
          </a:p>
        </p:txBody>
      </p:sp>
      <p:sp>
        <p:nvSpPr>
          <p:cNvPr id="9" name="Shape 6"/>
          <p:cNvSpPr/>
          <p:nvPr/>
        </p:nvSpPr>
        <p:spPr>
          <a:xfrm>
            <a:off x="3291840" y="1371600"/>
            <a:ext cx="2560320" cy="1737360"/>
          </a:xfrm>
          <a:prstGeom prst="roundRect">
            <a:avLst>
              <a:gd name="adj" fmla="val 4211"/>
            </a:avLst>
          </a:prstGeom>
          <a:solidFill>
            <a:srgbClr val="512BD4"/>
          </a:solidFill>
          <a:ln w="12700">
            <a:solidFill>
              <a:srgbClr val="512BD4"/>
            </a:solidFill>
            <a:prstDash val="solid"/>
          </a:ln>
        </p:spPr>
      </p:sp>
      <p:sp>
        <p:nvSpPr>
          <p:cNvPr id="10" name="Shape 7"/>
          <p:cNvSpPr/>
          <p:nvPr/>
        </p:nvSpPr>
        <p:spPr>
          <a:xfrm>
            <a:off x="347472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One match</a:t>
            </a:r>
            <a:endParaRPr lang="en-US" sz="1500" dirty="0"/>
          </a:p>
        </p:txBody>
      </p:sp>
      <p:sp>
        <p:nvSpPr>
          <p:cNvPr id="13" name="Text 9"/>
          <p:cNvSpPr txBox="1"/>
          <p:nvPr/>
        </p:nvSpPr>
        <p:spPr>
          <a:xfrm>
            <a:off x="3474720" y="2057400"/>
            <a:ext cx="219456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Edited, and the line it landed on is reported</a:t>
            </a:r>
            <a:endParaRPr lang="en-US" sz="1200" dirty="0"/>
          </a:p>
        </p:txBody>
      </p:sp>
      <p:sp>
        <p:nvSpPr>
          <p:cNvPr id="14" name="Shape 10"/>
          <p:cNvSpPr/>
          <p:nvPr/>
        </p:nvSpPr>
        <p:spPr>
          <a:xfrm>
            <a:off x="6126480" y="1371600"/>
            <a:ext cx="2560320" cy="1737360"/>
          </a:xfrm>
          <a:prstGeom prst="roundRect">
            <a:avLst>
              <a:gd name="adj" fmla="val 4211"/>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matches</a:t>
            </a:r>
            <a:endParaRPr lang="en-US" sz="1500" dirty="0"/>
          </a:p>
        </p:txBody>
      </p:sp>
      <p:sp>
        <p:nvSpPr>
          <p:cNvPr id="18" name="Text 13"/>
          <p:cNvSpPr txBox="1"/>
          <p:nvPr/>
        </p:nvSpPr>
        <p:spPr>
          <a:xfrm>
            <a:off x="630936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Refused: picking the first would be a guess</a:t>
            </a:r>
            <a:endParaRPr lang="en-US" sz="1200" dirty="0"/>
          </a:p>
        </p:txBody>
      </p:sp>
      <p:sp>
        <p:nvSpPr>
          <p:cNvPr id="19" name="Text 14"/>
          <p:cNvSpPr txBox="1"/>
          <p:nvPr/>
        </p:nvSpPr>
        <p:spPr>
          <a:xfrm>
            <a:off x="457200" y="33375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model is told to include more context and try again, which it is good at.</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10 — Safe File Editing</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00" b="1" dirty="0">
                <a:solidFill>
                  <a:srgbClr val="1F2937"/>
                </a:solidFill>
                <a:latin typeface="Cambria" pitchFamily="34" charset="0"/>
                <a:ea typeface="Cambria" pitchFamily="34" charset="-122"/>
                <a:cs typeface="Cambria" pitchFamily="34" charset="-120"/>
              </a:rPr>
              <a:t>Stale source is the failure that looks like success</a:t>
            </a:r>
            <a:endParaRPr lang="en-US" sz="2400" dirty="0"/>
          </a:p>
        </p:txBody>
      </p:sp>
      <p:sp>
        <p:nvSpPr>
          <p:cNvPr id="4" name="Shape 2"/>
          <p:cNvSpPr/>
          <p:nvPr/>
        </p:nvSpPr>
        <p:spPr>
          <a:xfrm>
            <a:off x="457200" y="1417320"/>
            <a:ext cx="2511552" cy="1993392"/>
          </a:xfrm>
          <a:prstGeom prst="roundRect">
            <a:avLst>
              <a:gd name="adj" fmla="val 3670"/>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The model reads</a:t>
            </a:r>
            <a:endParaRPr lang="en-US" sz="1500" dirty="0"/>
          </a:p>
        </p:txBody>
      </p:sp>
      <p:sp>
        <p:nvSpPr>
          <p:cNvPr id="8" name="Text 5"/>
          <p:cNvSpPr txBox="1"/>
          <p:nvPr/>
        </p:nvSpPr>
        <p:spPr>
          <a:xfrm>
            <a:off x="640080" y="2606040"/>
            <a:ext cx="219151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It sees the file as it was, then thinks for four turns</a:t>
            </a:r>
            <a:endParaRPr lang="en-US" sz="1200" dirty="0"/>
          </a:p>
        </p:txBody>
      </p:sp>
      <p:sp>
        <p:nvSpPr>
          <p:cNvPr id="9" name="Shape 6"/>
          <p:cNvSpPr/>
          <p:nvPr/>
        </p:nvSpPr>
        <p:spPr>
          <a:xfrm>
            <a:off x="303276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993392"/>
          </a:xfrm>
          <a:prstGeom prst="roundRect">
            <a:avLst>
              <a:gd name="adj" fmla="val 3670"/>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The file moves on</a:t>
            </a:r>
            <a:endParaRPr lang="en-US" sz="1500" dirty="0"/>
          </a:p>
        </p:txBody>
      </p:sp>
      <p:sp>
        <p:nvSpPr>
          <p:cNvPr id="14" name="Text 10"/>
          <p:cNvSpPr txBox="1"/>
          <p:nvPr/>
        </p:nvSpPr>
        <p:spPr>
          <a:xfrm>
            <a:off x="3499104" y="2606040"/>
            <a:ext cx="219151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You edit it, a build regenerates it, another tool touches it</a:t>
            </a:r>
            <a:endParaRPr lang="en-US" sz="1200" dirty="0"/>
          </a:p>
        </p:txBody>
      </p:sp>
      <p:sp>
        <p:nvSpPr>
          <p:cNvPr id="15" name="Shape 11"/>
          <p:cNvSpPr/>
          <p:nvPr/>
        </p:nvSpPr>
        <p:spPr>
          <a:xfrm>
            <a:off x="5891784"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993392"/>
          </a:xfrm>
          <a:prstGeom prst="roundRect">
            <a:avLst>
              <a:gd name="adj" fmla="val 3670"/>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edit "works"</a:t>
            </a:r>
            <a:endParaRPr lang="en-US" sz="1500" dirty="0"/>
          </a:p>
        </p:txBody>
      </p:sp>
      <p:sp>
        <p:nvSpPr>
          <p:cNvPr id="20" name="Text 15"/>
          <p:cNvSpPr txBox="1"/>
          <p:nvPr/>
        </p:nvSpPr>
        <p:spPr>
          <a:xfrm>
            <a:off x="6358128" y="2606040"/>
            <a:ext cx="219151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Anchor found, write succeeds, result wrong, and nobody notices</a:t>
            </a:r>
            <a:endParaRPr lang="en-US" sz="1200" dirty="0"/>
          </a:p>
        </p:txBody>
      </p:sp>
      <p:sp>
        <p:nvSpPr>
          <p:cNvPr id="21" name="Text 1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10 — Safe File Editing</a:t>
            </a:r>
            <a:endParaRPr lang="en-US" sz="900" dirty="0"/>
          </a:p>
        </p:txBody>
      </p:sp>
      <p:sp>
        <p:nvSpPr>
          <p:cNvPr id="22" name="Text 1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350" b="1" dirty="0">
                <a:solidFill>
                  <a:srgbClr val="1F2937"/>
                </a:solidFill>
                <a:latin typeface="Cambria" pitchFamily="34" charset="0"/>
                <a:ea typeface="Cambria" pitchFamily="34" charset="-122"/>
                <a:cs typeface="Cambria" pitchFamily="34" charset="-120"/>
              </a:rPr>
              <a:t>Reads hand out a fingerprint, and edits can demand it</a:t>
            </a:r>
            <a:endParaRPr lang="en-US" sz="235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Fingerprint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Twelve hex characters of a SHA-256 over the file's bytes</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read_file</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Now ends with the file's fingerprint</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edit_file</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Refuses a mismatch, and names the new fingerprint</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Bytes, not time</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Timestamps have one-second granularity and change when nothing did</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Optional, so an edit right after a write still works. read_file tells the model to pass it.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10 — Safe File Editing</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100" b="1" dirty="0">
                <a:solidFill>
                  <a:srgbClr val="1F2937"/>
                </a:solidFill>
                <a:latin typeface="Cambria" pitchFamily="34" charset="0"/>
                <a:ea typeface="Cambria" pitchFamily="34" charset="-122"/>
                <a:cs typeface="Cambria" pitchFamily="34" charset="-120"/>
              </a:rPr>
              <a:t>Creating a file and replacing one are different intentions</a:t>
            </a:r>
            <a:endParaRPr lang="en-US" sz="2100" dirty="0"/>
          </a:p>
        </p:txBody>
      </p:sp>
      <p:sp>
        <p:nvSpPr>
          <p:cNvPr id="4" name="Shape 2"/>
          <p:cNvSpPr/>
          <p:nvPr/>
        </p:nvSpPr>
        <p:spPr>
          <a:xfrm>
            <a:off x="457200" y="1371600"/>
            <a:ext cx="3931920" cy="1828800"/>
          </a:xfrm>
          <a:prstGeom prst="roundRect">
            <a:avLst>
              <a:gd name="adj" fmla="val 400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write_file on a new path</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common case, and safe by default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Creates missing directories too</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Reports lines written and a fingerprint</a:t>
            </a:r>
            <a:endParaRPr lang="en-US" sz="1300" dirty="0"/>
          </a:p>
        </p:txBody>
      </p:sp>
      <p:sp>
        <p:nvSpPr>
          <p:cNvPr id="9" name="Shape 6"/>
          <p:cNvSpPr/>
          <p:nvPr/>
        </p:nvSpPr>
        <p:spPr>
          <a:xfrm>
            <a:off x="4754880" y="1371600"/>
            <a:ext cx="3931920" cy="1828800"/>
          </a:xfrm>
          <a:prstGeom prst="roundRect">
            <a:avLst>
              <a:gd name="adj" fmla="val 400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DC2626"/>
          </a:solidFill>
          <a:ln w="12700">
            <a:solidFill>
              <a:srgbClr val="DC2626"/>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write_file on an existing path</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Refused by default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Replacing it needs overwrite: true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Destroying a file requires saying so</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Writing outside the workspace needed no new code: ResolvePath refuses it, as it has since Module 4.</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10 — Safe File Editing</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A refusal must be a sentence the model can act on</a:t>
            </a:r>
            <a:endParaRPr lang="en-US" sz="2500" dirty="0"/>
          </a:p>
        </p:txBody>
      </p:sp>
      <p:sp>
        <p:nvSpPr>
          <p:cNvPr id="4" name="Shape 2"/>
          <p:cNvSpPr/>
          <p:nvPr/>
        </p:nvSpPr>
        <p:spPr>
          <a:xfrm>
            <a:off x="457200" y="1325880"/>
            <a:ext cx="5257800" cy="2514600"/>
          </a:xfrm>
          <a:prstGeom prst="roundRect">
            <a:avLst>
              <a:gd name="adj" fmla="val 2909"/>
            </a:avLst>
          </a:prstGeom>
          <a:solidFill>
            <a:srgbClr val="0F1420"/>
          </a:solidFill>
          <a:ln w="12700">
            <a:solidFill>
              <a:srgbClr val="0F1420"/>
            </a:solidFill>
            <a:prstDash val="solid"/>
          </a:ln>
        </p:spPr>
      </p:sp>
      <p:sp>
        <p:nvSpPr>
          <p:cNvPr id="5" name="Text 3"/>
          <p:cNvSpPr txBox="1"/>
          <p:nvPr/>
        </p:nvSpPr>
        <p:spPr>
          <a:xfrm>
            <a:off x="640080" y="1463040"/>
            <a:ext cx="4892040" cy="2240280"/>
          </a:xfrm>
          <a:prstGeom prst="rect">
            <a:avLst/>
          </a:prstGeom>
          <a:noFill/>
          <a:ln/>
        </p:spPr>
        <p:txBody>
          <a:bodyPr wrap="square" lIns="0" tIns="0" rIns="0" bIns="0" rtlCol="0" anchor="t"/>
          <a:lstStyle/>
          <a:p>
            <a:pPr indent="0" marL="0">
              <a:buNone/>
            </a:pPr>
            <a:r>
              <a:rPr lang="en-US" sz="1000" dirty="0">
                <a:solidFill>
                  <a:srgbClr val="FF9B9B"/>
                </a:solidFill>
                <a:latin typeface="Courier New" pitchFamily="34" charset="0"/>
                <a:ea typeface="Courier New" pitchFamily="34" charset="-122"/>
                <a:cs typeface="Courier New" pitchFamily="34" charset="-120"/>
              </a:rPr>
              <a:t>edit_file failed: 'src/Customer.cs' has changed since you</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  read it (now 265f548e7c18). Read it again.</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edit_file failed: That text appears more than once in</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  'src/Customer.cs'. Include enough context to make it unique.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write_file failed: 'src/Customer.cs' already exists. Read it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  first, or pass overwrite: true to replace it.</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Says what to do</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again, add context, or opt in to overwrite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 try anywhere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methods throw; Module 5a's invoker turns it into text</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10 — Safe File Editing</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Preserve the file's format, and show the diff</a:t>
            </a:r>
            <a:endParaRPr lang="en-US" sz="275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One: re-apply the existing encoding and line endings when writing. Two: report an edit as a short before-and-after diff, written over the BCL.</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src/MiniCode.Workspace/FileSystemService.cs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Overwriting a CRLF file with LF content leaves it CRLF, and a BOM survives</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new file gets UTF-8 without a BOM and the platform's line ending</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diff shows only the changed region, and an edit at line 1 does not fail</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Neither has a reference implementation in a later Module folder</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10 — Safe File Editing</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Add an EmailAddress property to Customer</a:t>
            </a:r>
            <a:endParaRPr lang="en-US" sz="2800" dirty="0"/>
          </a:p>
        </p:txBody>
      </p:sp>
      <p:sp>
        <p:nvSpPr>
          <p:cNvPr id="4" name="Shape 2"/>
          <p:cNvSpPr/>
          <p:nvPr/>
        </p:nvSpPr>
        <p:spPr>
          <a:xfrm>
            <a:off x="457200" y="1325880"/>
            <a:ext cx="5257800" cy="3200400"/>
          </a:xfrm>
          <a:prstGeom prst="roundRect">
            <a:avLst>
              <a:gd name="adj" fmla="val 2286"/>
            </a:avLst>
          </a:prstGeom>
          <a:solidFill>
            <a:srgbClr val="0F1420"/>
          </a:solidFill>
          <a:ln w="12700">
            <a:solidFill>
              <a:srgbClr val="0F1420"/>
            </a:solidFill>
            <a:prstDash val="solid"/>
          </a:ln>
        </p:spPr>
      </p:sp>
      <p:sp>
        <p:nvSpPr>
          <p:cNvPr id="5" name="Text 3"/>
          <p:cNvSpPr txBox="1"/>
          <p:nvPr/>
        </p:nvSpPr>
        <p:spPr>
          <a:xfrm>
            <a:off x="640080" y="1463040"/>
            <a:ext cx="4892040" cy="292608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7      public string Name { get; set; } = string.Empty;</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8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Fingerprint f260c10b23b8 - pass this as expectedFingerprint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when editing.</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Edited src/Customer.cs at line 7. Fingerprint 265f548e7c18.</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Wrote src/Order.cs (4 lines). Fingerprint e4d10c4aa332.</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public string Name { get; set; } = string.Empty;</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public string EmailAddress { get; set; } = string.Empty;</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Read</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last line is the fingerprint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Edited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line, and a new fingerprint for the next edit</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On disk</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property added, nothing else touched</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10 — Safe File Editing</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Edits that can be checked</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11a  </a:t>
            </a:r>
            <a:pPr indent="0" marL="0">
              <a:buNone/>
            </a:pPr>
            <a:r>
              <a:rPr lang="en-US" sz="1250" dirty="0">
                <a:solidFill>
                  <a:srgbClr val="FFFFFF"/>
                </a:solidFill>
                <a:latin typeface="Calibri" pitchFamily="34" charset="0"/>
                <a:ea typeface="Calibri" pitchFamily="34" charset="-122"/>
                <a:cs typeface="Calibri" pitchFamily="34" charset="-120"/>
              </a:rPr>
              <a:t>run_command lets the agent build what it changed</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Edit, then build, unattended</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12  </a:t>
            </a:r>
            <a:pPr indent="0" marL="0">
              <a:buNone/>
            </a:pPr>
            <a:r>
              <a:rPr lang="en-US" sz="1250" dirty="0">
                <a:solidFill>
                  <a:srgbClr val="FFFFFF"/>
                </a:solidFill>
                <a:latin typeface="Calibri" pitchFamily="34" charset="0"/>
                <a:ea typeface="Calibri" pitchFamily="34" charset="-122"/>
                <a:cs typeface="Calibri" pitchFamily="34" charset="-120"/>
              </a:rPr>
              <a:t>The model chains edit and build itself, under a loop guard</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Showing the modification</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14  </a:t>
            </a:r>
            <a:pPr indent="0" marL="0">
              <a:buNone/>
            </a:pPr>
            <a:r>
              <a:rPr lang="en-US" sz="1250" dirty="0">
                <a:solidFill>
                  <a:srgbClr val="FFFFFF"/>
                </a:solidFill>
                <a:latin typeface="Calibri" pitchFamily="34" charset="0"/>
                <a:ea typeface="Calibri" pitchFamily="34" charset="-122"/>
                <a:cs typeface="Calibri" pitchFamily="34" charset="-120"/>
              </a:rPr>
              <a:t>git diff shows every change MiniCode made, not just one edit</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Nobody is asked yet</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15  </a:t>
            </a:r>
            <a:pPr indent="0" marL="0">
              <a:buNone/>
            </a:pPr>
            <a:r>
              <a:rPr lang="en-US" sz="1250" dirty="0">
                <a:solidFill>
                  <a:srgbClr val="FFFFFF"/>
                </a:solidFill>
                <a:latin typeface="Calibri" pitchFamily="34" charset="0"/>
                <a:ea typeface="Calibri" pitchFamily="34" charset="-122"/>
                <a:cs typeface="Calibri" pitchFamily="34" charset="-120"/>
              </a:rPr>
              <a:t>write_file and edit_file need a human's approval</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3 Capstone — Autonomous Fixer (v0.3)</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10 — Safe File Editing</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10 — Safe File Editing</dc:title>
  <dc:subject>PptxGenJS Presentation</dc:subject>
  <dc:creator>MiniCode Course</dc:creator>
  <cp:lastModifiedBy>MiniCode Course</cp:lastModifiedBy>
  <cp:revision>1</cp:revision>
  <dcterms:created xsi:type="dcterms:W3CDTF">2026-10-01T22:01:12Z</dcterms:created>
  <dcterms:modified xsi:type="dcterms:W3CDTF">2026-10-01T22:01:12Z</dcterms:modified>
</cp:coreProperties>
</file>