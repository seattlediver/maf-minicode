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prior Module ran MiniCode with dotnet run --project src/MiniCode.Cli. This Module turns it into something installable: dotnet tool install -g MiniCode, then minicode from inside any repository, with no project path to remember and no source checkout required. We start from the Module 17 folder. Nothing structural changes: this Module packages what already exists rather than building new capability. Program.cs's existing Directory.GetCurrentDirectory() fallback, unchanged since Module 5a, is what makes running from an arbitrary directory already work. This is the sixth and last Module of Phase 4, and it ships as part of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package. MiniCode.Cli.csproj gains a second PropertyGroup, with PackAsTool, ToolCommandName, PackageId and Version, and there is nothing to install for it. There is one new, optional environment variable: MINICODE_MODEL. Set it to run against a different chat model; leave it unset and MiniCode still targets gpt-4.1-mini, exactly as every prior Module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.NET global tool is a console app with three MSBuild properties, not a different kind of project. MiniCode.Cli has been a plain Exe since Module 3. PackAsTool and ToolCommandName are the only things that turn dotnet pack into something dotnet tool install understands, with no code changes anywhere in the solution. PackAsTool requires an Exe output type and a ToolCommandName. MiniCode already had the first; the second is the only new decision this Module makes: minicode, lowercase, matching the syllabus's own example exactly. And the whole dependency graph packs for free. dotnet pack src/MiniCode.Cli pulls in MiniCode.Agent, MiniCode.Tools, MiniCode.Workspace and MiniCode.Infrastructure the same way dotnet run already does. A tool package is built from the same output, not a separately maintained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PackageId is independent of AssemblyName. The assembly is still MiniCode.Cli.dll; the installable package is MiniCode; and the command an operator types is minicode. That is three names in three separate properties, none inferred from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still means exactly one type reading the environment. ChatClientFactory has been the only place in the solution that calls Environment.GetEnvironmentVariable since Module 2b, first for the provider and its key, and now for MINICODE_MODEL too. One more variable, one reader, same rule. The switch's modelId becomes defaultModelId, since each provider still sets its own, and modelId is now resolved from it just before the one call site that uses it. With MINI_CODE_LLM=AZURE, MINICODE_MODEL names a deployment. Nothing else in the factory changes, and CodingAgentFactory does not change at all. The default is still the default: with OpenAI selected, defaultModelId is still the literal gpt-4.1-mini this course has used throughout. MINICODE_MODEL is something an operator can set, not something MiniCode ever changes on its own. The test 'is { Length: &gt; 0 }' treats an empty string the same as an unset variable, because MINICODE_MODEL= in a shell should not silently ask the provider for a model named empty string. Read's ?? throw for the key and the is-pattern for the model read the same way on purpose: one is required and fails loudly, the other is optional and falls back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version numbers, kept in sync by convention, not by code. MiniCodeVersion.Current is what the startup banner prints; Version in MiniCode.Cli.csproj is what dotnet pack stamps on the .nupkg. Nothing reads one from the other. They move together because a Phase Capstone is the only place either one is touched, the same discipline that already governs MiniCodeVersion.Current alone. In this Module the package version is 0.3.0 and the banner says v0.3, because Phase 4 has not reached its Capstone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Installed, MiniCode cannot tell it was ever run any other way. There is no 'am I a global tool' branch anywhere in the solution. The current directory means the same thing whether dotnet run started the process or the tool shim in ~/.dotnet/tools did. No file in MiniCode.Cli other than the .csproj changed. Program.cs's workspace resolution, written for dotnet run and never touched since, is exactly what makes cd CustomerPortal followed by minicode work. Packaging exposed that it was already correct, rather than requiring it to become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minicode currently has no way to ask what version is installed, short of starting it and reading the banner. Add a --version flag, handled in src/MiniCode.Cli/Program.cs before the workspace is resolved: minicode --version prints MiniCodeVersion.Current and exits 0, without requiring OPENAI_API_KEY to be set at all. Acceptance criteria: minicode --version succeeds even with no key configured; running with any other arguments, or none, behaves exactly as it does today; the printed version matches MiniCodeVersion.Current exactly, with no v prefix, so a script can consume it. No reference implementation ships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This Module's own MiniCode.Cli was packed, installed into an isolated tool path rather than the machine's global tools, and run from a directory outside the repository entirely; nothing from the capture is still installed. dotnet pack builds all five projects and creates MiniCode.0.3.0.nupkg. On the slide, the Workspace, Tools, Agent and Cli build lines, and the MiniCode.Cli publish line, are replaced with '...'. dotnet tool install with --tool-path and --add-source installs version 0.3.0; the slide also leaves out its 'You can invoke the tool using the following command: minicode' line. Then, from CustomerPortal, running minicode without a key prints the familiar message. With a key set, the banner and the workspace line are resolved from wherever minicode was actually run. The workspace line names CustomerPortal, not this course's own repository; the whole point of a global tool is that it never has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Packaging exposed a seam that the Phase 4 Capstone closes: this Module read MINICODE_MODEL with is { Length: &gt; 0 } so an empty value counts as unset, but left Read, the guard every provider key goes through, as a plain ??. An installed tool gets run from shells that export empty variables, so OPENAI_API_KEY= reached OpenAIClient and threw a stack trace. The Capstone applies the same reasoning to every key. The Capstone also moves both version numbers together: 0.4.0 in the package and v0.4 in the banner. Module 19 moves them to 1.0, the last time either moves, and takes the installed tool into a repository that knows nothing about this course. This ships in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18  ·  PHASE 4</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Packaging MiniCode</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From dotnet run to a global tool</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Module17-Observability/</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Module18-PackagingMiniCode/</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global tool is a console app plus a few properties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whole project graph packs for free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Choosing the model with MINICODE_MODEL</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Two version numbers, kept in step by convention</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Running from any directory with no special case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18 — Packaging MiniCode</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 new package, one optional variable</a:t>
            </a:r>
            <a:endParaRPr lang="en-US" sz="2800" dirty="0"/>
          </a:p>
        </p:txBody>
      </p:sp>
      <p:sp>
        <p:nvSpPr>
          <p:cNvPr id="4" name="Shape 2"/>
          <p:cNvSpPr/>
          <p:nvPr/>
        </p:nvSpPr>
        <p:spPr>
          <a:xfrm>
            <a:off x="457200" y="1371600"/>
            <a:ext cx="25603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No new package</a:t>
            </a:r>
            <a:endParaRPr lang="en-US" sz="1500" dirty="0"/>
          </a:p>
        </p:txBody>
      </p:sp>
      <p:sp>
        <p:nvSpPr>
          <p:cNvPr id="8" name="Text 5"/>
          <p:cNvSpPr txBox="1"/>
          <p:nvPr/>
        </p:nvSpPr>
        <p:spPr>
          <a:xfrm>
            <a:off x="640080" y="2057400"/>
            <a:ext cx="219456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Nothing to install for packaging</a:t>
            </a:r>
            <a:endParaRPr lang="en-US" sz="1200" dirty="0"/>
          </a:p>
        </p:txBody>
      </p:sp>
      <p:sp>
        <p:nvSpPr>
          <p:cNvPr id="9" name="Shape 6"/>
          <p:cNvSpPr/>
          <p:nvPr/>
        </p:nvSpPr>
        <p:spPr>
          <a:xfrm>
            <a:off x="3291840" y="1371600"/>
            <a:ext cx="25603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MiniCode.Cli.csproj</a:t>
            </a:r>
            <a:endParaRPr lang="en-US" sz="1300" dirty="0"/>
          </a:p>
        </p:txBody>
      </p:sp>
      <p:sp>
        <p:nvSpPr>
          <p:cNvPr id="13" name="Text 9"/>
          <p:cNvSpPr txBox="1"/>
          <p:nvPr/>
        </p:nvSpPr>
        <p:spPr>
          <a:xfrm>
            <a:off x="3474720" y="2057400"/>
            <a:ext cx="219456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Gains a second PropertyGroup: PackAsTool, ToolCommandName, PackageId, Version</a:t>
            </a:r>
            <a:endParaRPr lang="en-US" sz="1200" dirty="0"/>
          </a:p>
        </p:txBody>
      </p:sp>
      <p:sp>
        <p:nvSpPr>
          <p:cNvPr id="14" name="Shape 10"/>
          <p:cNvSpPr/>
          <p:nvPr/>
        </p:nvSpPr>
        <p:spPr>
          <a:xfrm>
            <a:off x="6126480" y="1371600"/>
            <a:ext cx="2560320" cy="1828800"/>
          </a:xfrm>
          <a:prstGeom prst="roundRect">
            <a:avLst>
              <a:gd name="adj" fmla="val 400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MINICODE_MODEL</a:t>
            </a:r>
            <a:endParaRPr lang="en-US" sz="1200" dirty="0"/>
          </a:p>
        </p:txBody>
      </p:sp>
      <p:sp>
        <p:nvSpPr>
          <p:cNvPr id="18" name="Text 13"/>
          <p:cNvSpPr txBox="1"/>
          <p:nvPr/>
        </p:nvSpPr>
        <p:spPr>
          <a:xfrm>
            <a:off x="6309360" y="2057400"/>
            <a:ext cx="2194560" cy="10515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Optional. Unset, MiniCode still targets gpt-4.1-mini.</a:t>
            </a:r>
            <a:endParaRPr lang="en-US" sz="1200" dirty="0"/>
          </a:p>
        </p:txBody>
      </p:sp>
      <p:sp>
        <p:nvSpPr>
          <p:cNvPr id="19" name="Text 1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18 — Packaging MiniCode</a:t>
            </a:r>
            <a:endParaRPr lang="en-US" sz="900" dirty="0"/>
          </a:p>
        </p:txBody>
      </p:sp>
      <p:sp>
        <p:nvSpPr>
          <p:cNvPr id="20" name="Text 1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global tool is still a console app</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MiniCode.Cli</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plain Exe since Module 3</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PackAsTool</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Plus ToolCommandName. No code changes.</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dotnet pack</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All five projects, from the same build output</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minicode</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Installed with dotnet tool install</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tool package is built from the same output dotnet run uses, not a separate bundle.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18 — Packaging MiniCode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WALKTHROUGH</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names, three properties</a:t>
            </a:r>
            <a:endParaRPr lang="en-US" sz="28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AssemblyName</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ourier New" pitchFamily="34" charset="0"/>
                <a:ea typeface="Courier New" pitchFamily="34" charset="-122"/>
                <a:cs typeface="Courier New" pitchFamily="34" charset="-120"/>
              </a:rPr>
              <a:t>MiniCode.Cli.dll, unchanged</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PackageId</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ourier New" pitchFamily="34" charset="0"/>
                <a:ea typeface="Courier New" pitchFamily="34" charset="-122"/>
                <a:cs typeface="Courier New" pitchFamily="34" charset="-120"/>
              </a:rPr>
              <a:t>MiniCode, the package you install</a:t>
            </a:r>
            <a:endParaRPr lang="en-US" sz="1200" dirty="0"/>
          </a:p>
        </p:txBody>
      </p:sp>
      <p:sp>
        <p:nvSpPr>
          <p:cNvPr id="14" name="Shape 10"/>
          <p:cNvSpPr/>
          <p:nvPr/>
        </p:nvSpPr>
        <p:spPr>
          <a:xfrm>
            <a:off x="6126480" y="1371600"/>
            <a:ext cx="2560320" cy="1737360"/>
          </a:xfrm>
          <a:prstGeom prst="roundRect">
            <a:avLst>
              <a:gd name="adj" fmla="val 421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Calibri" pitchFamily="34" charset="0"/>
                <a:ea typeface="Calibri" pitchFamily="34" charset="-122"/>
                <a:cs typeface="Calibri" pitchFamily="34" charset="-120"/>
              </a:rPr>
              <a:t>ToolCommandName</a:t>
            </a:r>
            <a:endParaRPr lang="en-US" sz="14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minicode, the command you type</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None of the three is inferred from the others.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18 — Packaging MiniCode</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more variable, the same one reader</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Required: the API key</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Read(...) with ?? throw</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Missing, it fails loudly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Names the variable it wanted</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Optional: MINICODE_MODEL</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 empty value counts as unset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Falls back to the provider's default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 Azure, it names a deployment</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ChatClientFactory is still the only type that reads the environment.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18 — Packaging MiniCode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Two version numbers, kept in step by convention</a:t>
            </a:r>
            <a:endParaRPr lang="en-US" sz="26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Moved only at a Capstone</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Nothing reads one from the other.</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MiniCodeVersion</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Current is what the startup banner prints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&lt;Version&gt;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What dotnet pack stamps on the .nupkg</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Today</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0.3.0 and v0.3, until the Phase 4 Capstone</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18 — Packaging MiniCode</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Installed, it cannot tell the difference</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cd CustomerPortal</a:t>
            </a:r>
            <a:endParaRPr lang="en-US" sz="13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Any repository, anywhere</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minicode</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tool shim starts the process</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Current directory</a:t>
            </a:r>
            <a:endParaRPr lang="en-US" sz="14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same fallback Program.cs has used since Module 5a</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Workspace</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Resolved to CustomerPortal, not this course</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"am I a global tool" branch. Packaging showed the code was already right.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18 — Packaging MiniCode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minicode --version</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minicode --version prints MiniCodeVersion.Current and exits 0, handled before the workspace is resolved.</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src/MiniCode.Cli/Program.cs</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 succeeds with no OPENAI_API_KEY configured</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Any other arguments, or none, behave exactly as today</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 prints MiniCodeVersion.Current exactly, with no v prefix</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18 — Packaging MiniCode</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Packed, installed, run from elsewhere</a:t>
            </a:r>
            <a:endParaRPr lang="en-US" sz="2800" dirty="0"/>
          </a:p>
        </p:txBody>
      </p:sp>
      <p:sp>
        <p:nvSpPr>
          <p:cNvPr id="4" name="Shape 2"/>
          <p:cNvSpPr/>
          <p:nvPr/>
        </p:nvSpPr>
        <p:spPr>
          <a:xfrm>
            <a:off x="457200" y="1325880"/>
            <a:ext cx="82296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7863840" cy="297180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&gt; dotnet pack src/MiniCode.Cli -c Release -o ./nupkg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MiniCode.Infrastructure -&gt; ...\MiniCode.Infrastructure.dll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Successfully created package '...\nupkg\MiniCode.0.3.0.nupkg'.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dotnet tool install --tool-path ./toolpath --add-source ./nupkg MiniCode --version 0.3.0</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Tool 'minicode' (version '0.3.0') was successfully installed.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cd CustomerPortal</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minicode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OPENAI_API_KEY is not set. Set it before running MiniCode.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and with a key set: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MiniCode v0.3</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Workspace: C:\Users\...\CustomerPortal</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MiniCode. Type 'exit' to quit, or /help for commands.</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18 — Packaging MiniCode</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Installed tools meet odd shells</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4 Capstone  </a:t>
            </a:r>
            <a:pPr indent="0" marL="0">
              <a:buNone/>
            </a:pPr>
            <a:r>
              <a:rPr lang="en-US" sz="1250" dirty="0">
                <a:solidFill>
                  <a:srgbClr val="FFFFFF"/>
                </a:solidFill>
                <a:latin typeface="Calibri" pitchFamily="34" charset="0"/>
                <a:ea typeface="Calibri" pitchFamily="34" charset="-122"/>
                <a:cs typeface="Calibri" pitchFamily="34" charset="-120"/>
              </a:rPr>
              <a:t>An empty OPENAI_API_KEY= gets the friendly message, not a stack trace</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 version numbers in step</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4 Capstone  </a:t>
            </a:r>
            <a:pPr indent="0" marL="0">
              <a:buNone/>
            </a:pPr>
            <a:r>
              <a:rPr lang="en-US" sz="1250" dirty="0">
                <a:solidFill>
                  <a:srgbClr val="FFFFFF"/>
                </a:solidFill>
                <a:latin typeface="Calibri" pitchFamily="34" charset="0"/>
                <a:ea typeface="Calibri" pitchFamily="34" charset="-122"/>
                <a:cs typeface="Calibri" pitchFamily="34" charset="-120"/>
              </a:rPr>
              <a:t>Both move together: 0.4.0 in the package, v0.4 in the banner</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Install once, run anywhere</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v1.0 completes a real task in a repository it has never seen</a:t>
            </a:r>
            <a:endParaRPr lang="en-US" sz="1250" dirty="0"/>
          </a:p>
        </p:txBody>
      </p:sp>
      <p:sp>
        <p:nvSpPr>
          <p:cNvPr id="16" name="Text 14"/>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4 Capstone — Developer CLI (v0.4)</a:t>
            </a:r>
            <a:endParaRPr lang="en-US" sz="1300" dirty="0"/>
          </a:p>
        </p:txBody>
      </p:sp>
      <p:sp>
        <p:nvSpPr>
          <p:cNvPr id="17"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18 — Packaging MiniCode</a:t>
            </a:r>
            <a:endParaRPr lang="en-US" sz="900" dirty="0"/>
          </a:p>
        </p:txBody>
      </p:sp>
      <p:sp>
        <p:nvSpPr>
          <p:cNvPr id="18"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18 — Packaging MiniCode</dc:title>
  <dc:subject>PptxGenJS Presentation</dc:subject>
  <dc:creator>MiniCode Course</dc:creator>
  <cp:lastModifiedBy>MiniCode Course</cp:lastModifiedBy>
  <cp:revision>1</cp:revision>
  <dcterms:created xsi:type="dcterms:W3CDTF">2026-10-01T23:15:14Z</dcterms:created>
  <dcterms:modified xsi:type="dcterms:W3CDTF">2026-10-01T23:15:14Z</dcterms:modified>
</cp:coreProperties>
</file>