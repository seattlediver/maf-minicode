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960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CAPSTONE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325880"/>
            <a:ext cx="7589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Autonomous Fixer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1417320" cy="594360"/>
          </a:xfrm>
          <a:prstGeom prst="roundRect">
            <a:avLst>
              <a:gd name="adj" fmla="val 49231"/>
            </a:avLst>
          </a:prstGeom>
          <a:solidFill>
            <a:srgbClr val="3FBFB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286000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v0.3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Modules, consolidated — and three defects fixed that only show up once the Phase is looked at as a whole.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955280" y="1234440"/>
            <a:ext cx="3566160" cy="4480560"/>
          </a:xfrm>
          <a:prstGeom prst="roundRect">
            <a:avLst>
              <a:gd name="adj" fmla="val 3077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83880" y="14173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COMPLETE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183880" y="1847088"/>
            <a:ext cx="347472" cy="347472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0" name="Text 8"/>
          <p:cNvSpPr/>
          <p:nvPr/>
        </p:nvSpPr>
        <p:spPr>
          <a:xfrm>
            <a:off x="8183880" y="184708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631936" y="1792224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file editing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83880" y="2414016"/>
            <a:ext cx="347472" cy="347472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241401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M11a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631936" y="2359152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 process safely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83880" y="2980944"/>
            <a:ext cx="347472" cy="347472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6" name="Text 14"/>
          <p:cNvSpPr/>
          <p:nvPr/>
        </p:nvSpPr>
        <p:spPr>
          <a:xfrm>
            <a:off x="8183880" y="298094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M11b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631936" y="292608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command allow list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83880" y="3547872"/>
            <a:ext cx="347472" cy="347472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9" name="Text 17"/>
          <p:cNvSpPr/>
          <p:nvPr/>
        </p:nvSpPr>
        <p:spPr>
          <a:xfrm>
            <a:off x="8183880" y="354787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M12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631936" y="3493008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autonomous coding loop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83880" y="4114800"/>
            <a:ext cx="347472" cy="347472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2" name="Text 20"/>
          <p:cNvSpPr/>
          <p:nvPr/>
        </p:nvSpPr>
        <p:spPr>
          <a:xfrm>
            <a:off x="8183880" y="41148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631936" y="4059936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and self-correction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83880" y="4709160"/>
            <a:ext cx="3063240" cy="0"/>
          </a:xfrm>
          <a:prstGeom prst="line">
            <a:avLst/>
          </a:prstGeom>
          <a:noFill/>
          <a:ln w="6350">
            <a:solidFill>
              <a:srgbClr val="6B7280"/>
            </a:solidFill>
            <a:prstDash val="dash"/>
          </a:ln>
        </p:spPr>
      </p:sp>
      <p:pic>
        <p:nvPicPr>
          <p:cNvPr id="25" name="Image 0" descr="/home/claude/deck19/icons/f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4864608"/>
            <a:ext cx="292608" cy="29260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595360" y="4882896"/>
            <a:ext cx="2880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Capstone: 3 defects fixed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End of Phase 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Defects, Invisible from Inside Any One Module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in Phase 3 was verified in isolation, and every one worked. </a:t>
            </a:r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defects below was visible from inside the Module that introduced the code — only once a later Module changed what that code actually faces.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108960"/>
            <a:ext cx="3611880" cy="1965960"/>
          </a:xfrm>
          <a:prstGeom prst="roundRect">
            <a:avLst>
              <a:gd name="adj" fmla="val 4651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2080260" y="3337560"/>
            <a:ext cx="548640" cy="54864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/home/claude/deck19/icons/hourg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8276" y="3465576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402336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Defect One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77240" y="438912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worded guarantee, dated by the Module that wrote it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97680" y="3108960"/>
            <a:ext cx="3611880" cy="1965960"/>
          </a:xfrm>
          <a:prstGeom prst="roundRect">
            <a:avLst>
              <a:gd name="adj" fmla="val 4651"/>
            </a:avLst>
          </a:prstGeom>
          <a:solidFill>
            <a:srgbClr val="1E2761"/>
          </a:solidFill>
          <a:ln/>
        </p:spPr>
      </p:sp>
      <p:sp>
        <p:nvSpPr>
          <p:cNvPr id="12" name="Shape 9"/>
          <p:cNvSpPr/>
          <p:nvPr/>
        </p:nvSpPr>
        <p:spPr>
          <a:xfrm>
            <a:off x="5829300" y="3337560"/>
            <a:ext cx="548640" cy="54864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3" name="Image 1" descr="/home/claude/deck19/icons/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7316" y="346557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80560" y="402336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Defect Two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526280" y="438912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Compaction that only watched file-shaped tool calls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046720" y="3108960"/>
            <a:ext cx="3611880" cy="1965960"/>
          </a:xfrm>
          <a:prstGeom prst="roundRect">
            <a:avLst>
              <a:gd name="adj" fmla="val 4651"/>
            </a:avLst>
          </a:prstGeom>
          <a:solidFill>
            <a:srgbClr val="1E2761"/>
          </a:solidFill>
          <a:ln/>
        </p:spPr>
      </p:sp>
      <p:sp>
        <p:nvSpPr>
          <p:cNvPr id="17" name="Shape 13"/>
          <p:cNvSpPr/>
          <p:nvPr/>
        </p:nvSpPr>
        <p:spPr>
          <a:xfrm>
            <a:off x="9578340" y="3337560"/>
            <a:ext cx="548640" cy="54864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8" name="Image 2" descr="/home/claude/deck19/icons/gau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6356" y="3465576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29600" y="402336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Defect Three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275320" y="438912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budget that couldn’t see the loop it was built for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48640" y="5257800"/>
            <a:ext cx="11109960" cy="914400"/>
          </a:xfrm>
          <a:prstGeom prst="roundRect">
            <a:avLst>
              <a:gd name="adj" fmla="val 6000"/>
            </a:avLst>
          </a:prstGeom>
          <a:ln w="12700">
            <a:solidFill>
              <a:srgbClr val="3FBFB0"/>
            </a:solidFill>
            <a:prstDash val="dash"/>
          </a:ln>
        </p:spPr>
      </p:sp>
      <p:sp>
        <p:nvSpPr>
          <p:cNvPr id="22" name="Text 17"/>
          <p:cNvSpPr/>
          <p:nvPr/>
        </p:nvSpPr>
        <p:spPr>
          <a:xfrm>
            <a:off x="822960" y="525780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dating back to Module 10, one to Module 11a, one all the way back to Module 5a.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CAPSTONE — AUTONOMOUS FIXER (V0.3)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ONE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Worded Guarantee Has an Expiry Date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NoChangesNotice read "No files have been modified." since Module 9, when it was accurate — nothing could modify a file yet.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39496" y="1965960"/>
            <a:ext cx="5349240" cy="1828800"/>
          </a:xfrm>
          <a:prstGeom prst="roundRect">
            <a:avLst>
              <a:gd name="adj" fmla="val 5000"/>
            </a:avLst>
          </a:prstGeom>
          <a:solidFill>
            <a:srgbClr val="141B49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3816" y="224028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 files have been modified."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13816" y="2880360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gave MiniCode edit_file and write_file. Module 12 put those tools in a loop that runs immediately after the plan is shown.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0216" y="1965960"/>
            <a:ext cx="5349240" cy="1828800"/>
          </a:xfrm>
          <a:prstGeom prst="roundRect">
            <a:avLst>
              <a:gd name="adj" fmla="val 5000"/>
            </a:avLst>
          </a:prstGeom>
          <a:solidFill>
            <a:srgbClr val="3FBFB0"/>
          </a:solidFill>
          <a:ln/>
        </p:spPr>
      </p:sp>
      <p:sp>
        <p:nvSpPr>
          <p:cNvPr id="9" name="Text 7"/>
          <p:cNvSpPr/>
          <p:nvPr/>
        </p:nvSpPr>
        <p:spPr>
          <a:xfrm>
            <a:off x="6574536" y="224028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 files have been modified yet."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74536" y="2880360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word. It now claims only what is true at the moment it prints, not a guarantee about the turn that’s about to run.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160520"/>
            <a:ext cx="10515600" cy="1417320"/>
          </a:xfrm>
          <a:prstGeom prst="roundRect">
            <a:avLst>
              <a:gd name="adj" fmla="val 6452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160520"/>
            <a:ext cx="99669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i="1" dirty="0">
                <a:solidFill>
                  <a:srgbClr val="3FB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worded guarantee has an expiry date set by whatever Module ships next, not by the Module that wrote it.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CAPSTONE — AUTONOMOUS FIXER (V0.3)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TWO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Compaction Forgot Half of What It Tried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WorkingState only ever watched file-shaped tool calls. </a:t>
            </a:r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11a added run_command, a tool with no path argument at all — FileNote never saw 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15600" cy="1371600"/>
          </a:xfrm>
          <a:prstGeom prst="roundRect">
            <a:avLst>
              <a:gd name="adj" fmla="val 6667"/>
            </a:avLst>
          </a:prstGeom>
          <a:solidFill>
            <a:srgbClr val="F87171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3291840"/>
            <a:ext cx="594360" cy="594360"/>
          </a:xfrm>
          <a:prstGeom prst="ellipse">
            <a:avLst/>
          </a:prstGeom>
          <a:solidFill>
            <a:srgbClr val="141B49"/>
          </a:solidFill>
          <a:ln/>
        </p:spPr>
      </p:sp>
      <p:pic>
        <p:nvPicPr>
          <p:cNvPr id="8" name="Image 0" descr="/home/claude/deck19/icons/excla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342900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3017520"/>
            <a:ext cx="9052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mid-loop that had already run dotnet build twice would lose both attempts the moment the session compacted — and could re-run a command it had already tried.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822960" y="457200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1097280" y="4572000"/>
            <a:ext cx="9966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WorkingNoteKind gains CommandRun. A note is now recorded for every run_command call.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CAPSTONE — AUTONOMOUS FIXER (V0.3)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THREE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Budget Couldn’t See the Loop It Was Built For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AgentResponseUpdate.ToString() only concatenates TextContent. A tool call and its result carry none of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10515600" cy="1371600"/>
          </a:xfrm>
          <a:prstGeom prst="roundRect">
            <a:avLst>
              <a:gd name="adj" fmla="val 6667"/>
            </a:avLst>
          </a:prstGeom>
          <a:solidFill>
            <a:srgbClr val="141B49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10312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callUpdate.ToString()    = []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251460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resultUpdate.ToString()  = []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2926080"/>
            <a:ext cx="996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tokens charged for either — no matter how large the command or its output.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566160"/>
            <a:ext cx="10515600" cy="1280160"/>
          </a:xfrm>
          <a:prstGeom prst="roundRect">
            <a:avLst>
              <a:gd name="adj" fmla="val 7143"/>
            </a:avLst>
          </a:prstGeom>
          <a:solidFill>
            <a:srgbClr val="3FBFB0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65760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was a rounding error before Module 12 existed to call up to twenty tools in one turn.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them run_command results carrying thousands of characters of build or test output.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2960" y="502920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5029200"/>
            <a:ext cx="9966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budget now charges the serialized call arguments and the result text for every FunctionCallContent and FunctionResultContent.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CAPSTONE — AUTONOMOUS FIXER (V0.3)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STATED PLAINLY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v0.3 Is, and What It Still Is Not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2834640"/>
          </a:xfrm>
          <a:prstGeom prst="roundRect">
            <a:avLst>
              <a:gd name="adj" fmla="val 3226"/>
            </a:avLst>
          </a:prstGeom>
          <a:solidFill>
            <a:srgbClr val="3FBFB0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deck19/icons/clipboard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10512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37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v0.3 can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286000"/>
            <a:ext cx="5074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Edit a file, run an allow-listed command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Loop build-then-test until it passes, or a guard trips it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Preserve files touched and commands tried across compaction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Estimate a context cost that finally counts the loop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09360" y="1417320"/>
            <a:ext cx="5349240" cy="2834640"/>
          </a:xfrm>
          <a:prstGeom prst="roundRect">
            <a:avLst>
              <a:gd name="adj" fmla="val 3226"/>
            </a:avLst>
          </a:prstGeom>
          <a:solidFill>
            <a:srgbClr val="1E2761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0" y="1691640"/>
            <a:ext cx="548640" cy="548640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11" name="Image 1" descr="/home/claude/deck19/icons/b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181051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69480" y="173736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v0.3 still cannot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583680" y="2286000"/>
            <a:ext cx="4800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Ask permission — every edit lands, every command runs, no pause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 Git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Drive its own plan — markers stay [ ] even after the loop finishes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4434840"/>
            <a:ext cx="11109960" cy="1005840"/>
          </a:xfrm>
          <a:prstGeom prst="roundRect">
            <a:avLst>
              <a:gd name="adj" fmla="val 7273"/>
            </a:avLst>
          </a:prstGeom>
          <a:solidFill>
            <a:srgbClr val="F4F6FB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544568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gap predates this Phase: 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built the state machine; nothing has driven it since. That is deliberate, not an oversight this Capstone owns.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548640" y="557784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" y="55778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 gives MiniCode Git. Module 15 is what finally asks.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CAPSTONE — AUTONOMOUS FIXER (V0.3)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&amp; EXERCISES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Files Changed, Two Exercises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63040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MiniCodeVersion.cs  ·  Planner.cs  ·  WorkingNoteKind.cs  ·  WorkingState.cs  ·  CodingAgent.cs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4231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files carried forward byte-for-byte, out of 46 total.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971800"/>
            <a:ext cx="5486400" cy="868680"/>
          </a:xfrm>
          <a:prstGeom prst="roundRect">
            <a:avLst>
              <a:gd name="adj" fmla="val 8421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3232" y="313639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31363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61872" y="3026664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CommandNote follows the tool name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61872" y="3392424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check as write_file/edit_file — a new tool gets a new recognizer.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959352"/>
            <a:ext cx="5486400" cy="868680"/>
          </a:xfrm>
          <a:prstGeom prst="roundRect">
            <a:avLst>
              <a:gd name="adj" fmla="val 8421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4123944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412394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61872" y="4014216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Serialize, not .ToString()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61872" y="4379976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call Module 12 uses to compare tool calls describes one here.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946904"/>
            <a:ext cx="5486400" cy="868680"/>
          </a:xfrm>
          <a:prstGeom prst="roundRect">
            <a:avLst>
              <a:gd name="adj" fmla="val 8421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511149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51114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61872" y="500176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is a plain .ToString()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61872" y="5367528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result is already the string MiniCode’s tools return, not a value to serialize.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63640" y="1371600"/>
            <a:ext cx="5394960" cy="2514600"/>
          </a:xfrm>
          <a:prstGeom prst="roundRect">
            <a:avLst>
              <a:gd name="adj" fmla="val 3636"/>
            </a:avLst>
          </a:prstGeom>
          <a:solidFill>
            <a:srgbClr val="3FBFB0"/>
          </a:solidFill>
          <a:ln/>
        </p:spPr>
      </p:sp>
      <p:sp>
        <p:nvSpPr>
          <p:cNvPr id="23" name="Shape 21"/>
          <p:cNvSpPr/>
          <p:nvPr/>
        </p:nvSpPr>
        <p:spPr>
          <a:xfrm>
            <a:off x="6492240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4" name="Image 0" descr="/home/claude/deck19/icons/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1112" y="1719072"/>
            <a:ext cx="265176" cy="265176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7132320" y="1572768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Correlate a command’s outcome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492240" y="2331720"/>
            <a:ext cx="49377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FunctionResultContent by CallId, fold the exit code into the note (e.g. "dotnet test — exit 0").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263640" y="4069080"/>
            <a:ext cx="5394960" cy="2514600"/>
          </a:xfrm>
          <a:prstGeom prst="roundRect">
            <a:avLst>
              <a:gd name="adj" fmla="val 3636"/>
            </a:avLst>
          </a:prstGeom>
          <a:solidFill>
            <a:srgbClr val="3FBFB0"/>
          </a:solidFill>
          <a:ln/>
        </p:spPr>
      </p:sp>
      <p:sp>
        <p:nvSpPr>
          <p:cNvPr id="28" name="Shape 25"/>
          <p:cNvSpPr/>
          <p:nvPr/>
        </p:nvSpPr>
        <p:spPr>
          <a:xfrm>
            <a:off x="6492240" y="42976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9" name="Image 1" descr="/home/claude/deck19/icons/clip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112" y="4416552"/>
            <a:ext cx="265176" cy="265176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7132320" y="4270248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 plan reflect reality</a:t>
            </a:r>
            <a:endParaRPr lang="en-US" sz="1500" dirty="0"/>
          </a:p>
        </p:txBody>
      </p:sp>
      <p:sp>
        <p:nvSpPr>
          <p:cNvPr id="31" name="Text 27"/>
          <p:cNvSpPr/>
          <p:nvPr/>
        </p:nvSpPr>
        <p:spPr>
          <a:xfrm>
            <a:off x="6492240" y="5029200"/>
            <a:ext cx="49377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a build/test step [x] when the matching run_command in history last returned Exit code 0.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Deterministic Defects, Captured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11880" cy="4800600"/>
          </a:xfrm>
          <a:prstGeom prst="roundRect">
            <a:avLst>
              <a:gd name="adj" fmla="val 2532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0020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ONE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3337560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6596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files have been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modified yet.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97680" y="1417320"/>
            <a:ext cx="3611880" cy="4800600"/>
          </a:xfrm>
          <a:prstGeom prst="roundRect">
            <a:avLst>
              <a:gd name="adj" fmla="val 2532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160020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TWO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34840" y="1920240"/>
            <a:ext cx="33375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was asked: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Fix the build.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was established: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Fixed the missing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semicolon.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examined: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src/Program.cs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(modified)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Commands already run: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{"command":"dotnet",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"arguments":["build"]}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046720" y="1417320"/>
            <a:ext cx="3611880" cy="4800600"/>
          </a:xfrm>
          <a:prstGeom prst="roundRect">
            <a:avLst>
              <a:gd name="adj" fmla="val 2532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8183880" y="160020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THREE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183880" y="1920240"/>
            <a:ext cx="33375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callUpdate.ToString()
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[]
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ToolActivityText(call)
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[{"command":"dotnet",
     "arguments":["test"]}]
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resultUpdate.ToString()
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[]
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ToolActivityText(result)
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[Exit code 0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All tests passed.]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CAPSTONE — AUTONOMOUS FIXER (V0.3)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2026-09-09T21:09:38Z</dcterms:created>
  <dcterms:modified xsi:type="dcterms:W3CDTF">2026-09-09T21:09:38Z</dcterms:modified>
</cp:coreProperties>
</file>