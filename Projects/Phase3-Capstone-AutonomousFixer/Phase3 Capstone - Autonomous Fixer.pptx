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this Capstone, both of those [] lines were the entirety of what the budget saw for a tool call and its result — zero tokens charged for either, no matter how large the command or its output. A full autonomous run needs a live OPENAI_API_KEY, since it is the model deciding what to search for, what to change, and when to stop looping.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826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· V0.3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66696"/>
            <a:ext cx="6309360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Fixer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4830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gave MiniCode hands: it can edit files, run a shell command, loop until a build or test run passes, and read what the test runner actually said. This Capstone stamps that as v0.3 and fixes three faults visible only across the whole Phase.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Module13-AutomatedTestingAndSelfCorrection/ — all of Phase 3, plus everything Phases 1 and 2 built underneath it.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new. No package changes.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3 Capstone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gaps, five files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78308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  the notice stopped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03911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being true (Module 10)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2951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  compaction forgot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5511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commands (Module 11a)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0720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the budget could not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306324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see the loop (Module 5a)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42632" y="3520440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16" name="Text 14"/>
          <p:cNvSpPr txBox="1"/>
          <p:nvPr/>
        </p:nvSpPr>
        <p:spPr>
          <a:xfrm>
            <a:off x="7342632" y="3685032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  -&gt;  0.3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of 46 files unchanged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342632" y="4325112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dates back further than the Module that exposed it.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Phase Is Where the Interactions Surface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2011680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Module in Phase 3 Was Verified in Isolation, and Every One Worked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defects below was visible from inside the Module that introduced the code — only once a later Module changed what that code actually faces.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3657600"/>
            <a:ext cx="3474720" cy="2286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385876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notice stopped being true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371600" y="437083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files have been modified." was accurate in Module 9. Module 10 gave MiniCode edit_file, and Module 12 put it in a loop that runs seconds later.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43400" y="3657600"/>
            <a:ext cx="3474720" cy="2286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617720" y="388620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177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166360" y="385876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Compaction forgot the commands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66360" y="437083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8b only watched file-shaped tool calls. Module 11a added run_command, which has no path argument at all, so nothing recorded it.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138160" y="3657600"/>
            <a:ext cx="3474720" cy="2286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12480" y="388620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24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61120" y="385876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budget could not see the loop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961120" y="437083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update.ToString() concatenates only TextContent, and a tool call carries none — so every call Module 12 makes went uncharged.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 · GAPS ONE AND TWO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Guarantee With an Expiry Date, and a Note That Never Fired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 One Word: "modified yet."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notice kept printing, now describing a run that was about to make it false within seconds.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61188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worded guarantee has an expiry date set by whatever Module ships next, not by the Module that wrote it.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WorkingNoteKind Gains a CommandRun Note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mid-autonomous-loop that had already run dotnet build twice would lose both attempts the moment the session compacted — and could re-run a command it had already tried. WorkingState now records a note for every run_command call.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70916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77824" y="4965192"/>
            <a:ext cx="10405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Label grew one more case, so CommandRun notes render under their own heading: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77824" y="5313172"/>
            <a:ext cx="10405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Commands already run: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{"command":"dotnet","arguments":["build"]}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 · GAP THREE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ToString() Silently Dropped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 Call and Its Result Carry No TextContent at All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RunStreamingAsync charged TokenEstimator.Estimate(update.ToString()) for each streamed update — but ToString() only concatenates TextContent, so it silently returned an empty string for both.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61188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8a’s whole premise is that every path that spends the window reports it.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Rounding Error Until Module 12 Existed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tool calls in one turn, some of them run_command results carrying thousands of characters of build or test output. The budget now also charges the serialized call arguments and the result text for every FunctionCallContent and FunctionResultContent.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70916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77824" y="4965192"/>
            <a:ext cx="10405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Before the fix, both of these were the entirety of what the budget saw: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77824" y="5313172"/>
            <a:ext cx="10405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callUpdate.ToString()   = []          resultUpdate.ToString() = []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877824" y="5478272"/>
            <a:ext cx="10405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ToolActivityText(call)  = [{"command":"dotnet","arguments":["test"]}]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v0.3 Is — and What It Is Not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3FBFB0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Loops Until the Build and the Tests Pass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can read a repository, plan against it, edit a file, run a command from a fixed allow list, and keep looping build-then-test attempts until they pass or a guard trips it — while a compaction preserves both the files it touched and the commands it already tried, and a context estimate finally counts what those commands cost.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Is Asked Permission for Any of It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edit lands, every command runs, every loop iteration fires, with no pause for a human to say yes. That is deliberate — Module 14 gives MiniCode Git, and Module 15 is what finally asks. The plan is also still a snapshot: its markers stay [ ] even after the loop finishes a step.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built the state machine; nothing has driven it since, and Module 16 is where it gets a real driver.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Word, One Enum Case, One Helper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src/MiniCode.Agent/Planner.cs — gap one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Worded for what is true at the moment it prints,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not for the run that follows immediately after.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3134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const string NoChangesNotice =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4658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"No files have been modified yet.";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6182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src/MiniCode.Agent/WorkingNoteKind.cs — gap two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295351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enum WorkingNoteKind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OpenTask,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CompletedWork,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FileState,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7155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CommandRun,   // a command already run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38679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0203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src/MiniCode.Agent/WorkingState.cs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435559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(FunctionCallContent call in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message.Contents.OfType&lt;FunctionCallContent&gt;())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Add(notes, FileState, FileNote(call));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77824" y="496519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Add(notes, CommandRun, CommandNote(call));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77824" y="511759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" y="526999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string? CommandNote(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FunctionCallContent call)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call.Name != "run_command" ? null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JsonSerializer.Serialize(call.Arguments);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38544" y="16733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src/MiniCode.Agent/CodingAgent.cs — gap three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38544" y="20086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fragment = update.ToString();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638544" y="216103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_usedTokens += TokenEstimator.Estimate(fragment)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 TokenEstimator.Estimate(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ToolActivityText(update));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638544" y="26182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yield return fragment;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638544" y="277063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update.ToString() concatenates only TextContent —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tool call and its result carry none, so every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of Module 12's tool calls went uncharged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since Module 5a first gave the agent a tool.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638544" y="356311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string? ToolActivityText(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AgentResponseUpdate update)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string.Concat(update.Contents.Select(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content =&gt; content switch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638544" y="432511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FunctionCallContent call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JsonSerializer.Serialize(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call.Arguments),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FunctionResultContent result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result.Result?.ToString(),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638544" y="508711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_ =&gt; null,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}));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638544" y="539191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src/MiniCode.Cli/MiniCodeVersion.cs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public const string Current = "0.3";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Notes on Five Changed Files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one is a single word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notice prints in the same place at the same moment — it now claims only what is true then.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two follows Module 11a’s own tool name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CommandNote checks call.Name != "run_command" the way FileNote checks for write_file/edit_file: a new tool gets a new recognizer, not a change to the old one.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serialization Module 12 uses to compare calls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JsonSerializer.Serialize(call.Arguments), not .ToString() — which on an array-valued argument prints the type name, not its contents.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grew one more case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CommandRun notes render under their own heading, "Commands already run:", alongside the existing three sections.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three’s fix lives entirely inside the await foreach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ToolActivityText inspects the same update.Contents the loop already has: no new call, no new type, no new dependency.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6082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6082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0946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 result is charged with a plain .ToString()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10946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JsonSerializer.Serialize — it is already the string MiniCode's tools return, not a value that needs serializing. Five files differ; forty-one of forty-six carry forward.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 an Outcome; Drive the Plan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output, captured by calling this Capstone’s own MiniCode.Agent code directly — no model call, since all three fixes are deterministic.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CAPSTONE — AUTONOMOUS FIXER (V0.3)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4592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two, neither with a reference implementation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0632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One: fold a command’s exit code into its note using the matching CallId — a note reading {"command":"dotnet","arguments":["test"]} looks identical whether that run passed or failed. Two: mark a plan step complete when its last matching run_command returned Exit code 0.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69080"/>
            <a:ext cx="4709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passing command’s note ends differently from a failing one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 whose result has not arrived yet renders without a status rather than throwing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TaskPlan’s WithState, Current and IsComplete exist since Module 9 and nothing calls them during a run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whose build step ran clean renders [x]; a failed one stays [ ]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 replaces this with a real driver — favour something you would be happy to delete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21305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gap one ===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4658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files have been modified yet.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26182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gap two: build, fail, edit, build, pass ===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29535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STATE (earlier turns compacted away)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638544" y="31059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was asked: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32583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Fix the build.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638544" y="34107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was established: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638544" y="35631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Fixed the missing semicolon; the build passes.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638544" y="37155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already examined: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638544" y="38679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src/Program.cs (modified)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638544" y="40203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Commands already run: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638544" y="41727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{"command":"dotnet","arguments":["build"]}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638544" y="43251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gap three, before and after ===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638544" y="466039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callUpdate.ToString()    = []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6638544" y="481279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ToolActivityText(call)   = [{"command":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"dotnet","arguments":["test"]}]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638544" y="511759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resultUpdate.ToString()  = []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638544" y="526999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ToolActivityText(result) = [Exit code 0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All tests passed.]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2026-09-10T20:40:43Z</dcterms:created>
  <dcterms:modified xsi:type="dcterms:W3CDTF">2026-09-10T20:40:43Z</dcterms:modified>
</cp:coreProperties>
</file>