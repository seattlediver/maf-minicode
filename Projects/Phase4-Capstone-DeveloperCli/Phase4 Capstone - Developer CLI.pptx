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Starting point: Module18-PackagingMiniCode/. Everything from Phase 4. This is the last Capstone; Module 19 builds the course capstone on top of what ships here. Phase 4 delivered Git, human approval, slash commands, plan and review modes, a stderr trace, and a dotnet tool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try then covers only the move, and every yield sits outside it. It is more code than await foreach, which is the reason Module 17 left the loop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trace format constrains how a failure is logged: the exception type has to be in the template, or the trace says Task failed and nothing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15’s approval gates a self-initiated commit either way, but no lesson has said out loud that v0.4 can decide to commit mid-turn — it is a real consequence of a change made for a different reason. The Phase 3 Capstone said Module 16 would replace the unused state machine with a real driver; Module 16 gave the plan a slash command and left it alone. It is Exercise Two here instead. /clear and process exit are equally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completed now means what it says: a run that faults or is cancelled never reaches it, so the trace no longer implies a turn finished when it did not. Four files differ from Module 18 — CodingAgent.cs, ChatClientFactory.cs, MiniCodeVersion.cs and MiniCode.Cli.csproj. Everything else in the solution is byte-for-byte what Module 18 shipped.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estimation and the session-compaction tail are unchanged from Module 17 and omitted here for space. GetAsyncEnumerator replaces await foreach and nothing else about the loop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PlanAsync is called on every ordinary chat turn too, not only by /plan — so a normal turn's trace now opens with Planning: and Plan: N steps before Task started. That call was always happening and always costing tokens; it simply was not visible. Every new log call is a single line, because BracketLogger prefixes the category once per call — logging a rendered plan would produce one bracketed line followed by bare ones, which is why Plan: {Count} steps is a summary. The /review trace then reads end to end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Walkthrough 9: gap one covers the loop, not every model call. PlanAsync and ReviewAsync endings are deliberately left untraced here, which is exactly what Exercise One picks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gap-one traces come from the loop reproduced line for line against a real ChatClientAgent whose chat client was scripted to emit one update and then fail — the way a dropped connection behaves. They start at Task started rather than the Planning: lines, because the planner is a live model call and nothing on this page makes one. In Module 18 the empty-key case printed an unhandled ArgumentException and a stack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826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CAPSTONE · V0.4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66696"/>
            <a:ext cx="6309360" cy="67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CLI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48304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gave MiniCode the things that make it a tool rather than a demo. This Capstone consolidates them into v0.4 by fixing three faults that exist only between those Modules — none of which any single Module could have seen.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spc="100" kern="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Module18-PackagingMiniCode/ — the last Capstone; Module 19 builds the course capstone on it.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spc="100" kern="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new. No package, no environment variable, no project. Every change is to code that already exists.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Course · Phase 4 Capstone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86600" y="1143000"/>
            <a:ext cx="4526280" cy="4389120"/>
          </a:xfrm>
          <a:prstGeom prst="roundRect">
            <a:avLst>
              <a:gd name="adj" fmla="val 2500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42632" y="13441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gaps, four files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178308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  a turn that dies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203911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mid-stream leaves no trace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2951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  /plan and /review were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55117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never traced at all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8072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one variable read two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30632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ways, one line apart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42632" y="3520440"/>
            <a:ext cx="401421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ysDot"/>
          </a:ln>
        </p:spPr>
      </p:sp>
      <p:sp>
        <p:nvSpPr>
          <p:cNvPr id="16" name="Text 14"/>
          <p:cNvSpPr txBox="1"/>
          <p:nvPr/>
        </p:nvSpPr>
        <p:spPr>
          <a:xfrm>
            <a:off x="7342632" y="3685032"/>
            <a:ext cx="4014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  -&gt;  0.4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last Phase Capstone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42632" y="4325112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right. Wrong together.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 Is Where the Interactions Surface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CAPSTONE — DEVELOPER CLI (V0.4)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37360"/>
            <a:ext cx="964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Module can be entirely correct and still leave a gap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written against its own topic list and verified on its own terms. The gap only opens once the next Module lands beside it — so all three fixes below sit between two Modules that were individually right.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9502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 never reached the trace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446227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said to capture a session with 2&gt; trace.log. Module 16a's broad catch printed Error: ... to stdout. Together, the trace is the one place the failure does not appear.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43400" y="37490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17720" y="3977640"/>
            <a:ext cx="384048" cy="38404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1772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166360" y="39502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and review left no [Agent] line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166360" y="446227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instrumented RunStreamingAsync. Module 16b then added two model calls that bypass that method entirely.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138160" y="37490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12480" y="3977640"/>
            <a:ext cx="384048" cy="38404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4124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961120" y="39502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variable, read two ways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961120" y="446227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 treated an empty MINICODE_MODEL as unset, and left the OPENAI_API_KEY guard one line above exactly as Module 3 wrote it.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· GAP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Turn That Dies Mid-Stream Left No Trace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CAPSTONE — DEVELOPER CLI (V0.4)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 Ended at the Last Thing That Worked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was meant to be the record of what happened, and it was the one place a failure did not appear — no indication that anything had gone wrong at all.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8862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said Error: ...; the trace said nothing.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4173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3FBFB0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90195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0664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Is the Same Hole, Not the Same Event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260604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also ends the stream, and Module 16a already distinguishes it in the terminal — Cancelled., not Error:. The trace should keep that distinction rather than filing a deliberate interruption as a fault.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9377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77824" y="5193792"/>
            <a:ext cx="10405872" cy="428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C# forbids `yield return` inside a try that has a catch — error CS1626. It is a language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restriction, not a MAF one, and it is why this fix did not simply happen in Module 17.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77824" y="5732272"/>
            <a:ext cx="10405872" cy="25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iterator that catches mid-enumeration must drive the enumerator by hand.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· GAPS TWO AND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Model Calls, and Half of One Guard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CAPSTONE — DEVELOPER CLI (V0.4)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Two: /plan and /review Bypass the Traced Method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TracingInvoker still logs the tools they use, so /review shows its git_diff. What is missing is any [Agent] line saying why the tool ran. Module 16b shipped before Module 17, and Module 17 only knew about the streaming loop.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8862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Module could see it alone.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4173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90195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0664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Three: OPENAI_API_KEY= Skipped the Friendly Message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26060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18's reasoning for MINICODE_MODEL — an exported-but-empty variable means unset — was never applied to the key guard one line above, a ?? that catches only null. So an empty key reached OpenAIClient and threw an unhandled ArgumentException.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92240" y="3886200"/>
            <a:ext cx="498348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629400" y="38862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exposed it: an installed tool gets run from shells that export empty variables.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9377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77824" y="5193792"/>
            <a:ext cx="10405872" cy="428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BracketLoggerProvider writes formatter(state, exception), and the default formatter renders only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message template — so an exception passed as the LogError exception argument never appears.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77824" y="5732272"/>
            <a:ext cx="10405872" cy="25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_agentLog.LogError("Task failed: {Type}: {Message}", ex.GetType().Name, ex.Message);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v0.4 Is — and What It Is Not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CAPSTONE — DEVELOPER CLI (V0.4)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3FBFB0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Coding Agent You Install Once and Run Anywhere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and writes inside a workspace boundary, runs allow-listed commands, uses Git, plans before it acts, asks before it changes anything, answers eleven slash commands, and writes a complete stderr trace. It can also commit on its own initiative: Module 16a added git commit to the allow list for /commit, and that list is shared with the model's own run_command.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09360" y="141732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90195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0664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One Session, One Workspace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26060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still not driven — TaskPlan.WithState, Current, IsComplete and Revise have been written and unused since Module 9, and re-promising a driver is the pattern that already failed once. No sub-agents, no parallel tool calls, no persistence across restarts. The trace is text on stderr: no structured events, no correlation IDs, no OpenTelemetry.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4892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and left open, rather than promised twice.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Hand-Driven Enumerator, So the Catch Can Exist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below the try is the same code Module 17 left behind, indented one level further.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CAPSTONE — DEVELOPER CLI (V0.4)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8745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2167128" y="2093976"/>
            <a:ext cx="512064" cy="512064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144" y="222199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834640" y="20391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await using ... GetAsyncEnumerator(token)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24048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using is what await foreach was doing invisibly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27614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965960" y="30175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3FBFB0"/>
          </a:solidFill>
          <a:ln/>
        </p:spPr>
      </p:sp>
      <p:sp>
        <p:nvSpPr>
          <p:cNvPr id="14" name="Shape 11"/>
          <p:cNvSpPr/>
          <p:nvPr/>
        </p:nvSpPr>
        <p:spPr>
          <a:xfrm>
            <a:off x="2167128" y="32369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336499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34640" y="31821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{ await updates.MoveNextAsync() }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834640" y="35478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try covers only the move — break is fine, it is yield the compiler refuses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852160" y="39044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965960" y="41605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2167128" y="4379976"/>
            <a:ext cx="512064" cy="512064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144" y="450799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2834640" y="43251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cancelled / catch faulted  →  log, then rethrow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2834640" y="46908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ConsoleChatLoop still prints Cancelled. or Error: ... — nothing the user sees changes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852160" y="50474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1965960" y="53035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6" name="Shape 21"/>
          <p:cNvSpPr/>
          <p:nvPr/>
        </p:nvSpPr>
        <p:spPr>
          <a:xfrm>
            <a:off x="2167128" y="5522976"/>
            <a:ext cx="512064" cy="512064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144" y="5650992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834640" y="54681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 return, outside the try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2834640" y="58338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fragment, or DescribeToolCalls for a tool-only update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· GAP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Streaming Loop, Restructured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CAPSTONE — DEVELOPER CLI (V0.4)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673352"/>
            <a:ext cx="4690872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src/MiniCode.Agent/CodingAgent.cs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1995932"/>
            <a:ext cx="4690872" cy="2168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using IAsyncEnumerator&lt;AgentResponseUpdate&gt; updates =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_agent.RunStreamingAsync(request, _session,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cancellationToken: cancellationToken)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.GetAsyncEnumerator(cancellationToken);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(true)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AgentResponseUpdate update;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(!await updates.MoveNextAsync())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          // break is fine here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update = updates.Current;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4091432"/>
            <a:ext cx="4690872" cy="160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(OperationCanceledException)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_agentLog.LogInformation("Task cancelled");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(Exception ex)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_agentLog.LogError("Task failed: {Type}: {Message}",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ex.GetType().Name, ex.Message);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38544" y="1673352"/>
            <a:ext cx="4690872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...continued: every yield sits outside the try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638544" y="1995932"/>
            <a:ext cx="4690872" cy="119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fragment = update.ToString();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_usedTokens += TokenEstimator.Estimate(fragment)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TokenEstimator.Estimate(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ToolActivityText(update));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(fragment.Length &gt; 0)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_agentLog.LogInformation(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"{Text}", fragment.Trim());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638544" y="3113532"/>
            <a:ext cx="4690872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return fragment;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638544" y="3253232"/>
            <a:ext cx="4690872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638544" y="3532632"/>
            <a:ext cx="4690872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 tool-only update has no TextContent for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ToString() to show, so show the call instead.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638544" y="3994912"/>
            <a:ext cx="4690872" cy="492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toolCalls = DescribeToolCalls(update);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(toolCalls.Length &gt; 0)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638544" y="4414012"/>
            <a:ext cx="4690872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return toolCalls;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638544" y="4553712"/>
            <a:ext cx="4690872" cy="35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638544" y="4833112"/>
            <a:ext cx="4690872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_agentLog.LogInformation("Task completed");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638544" y="4972812"/>
            <a:ext cx="4690872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(_budget.ShouldCompact(_usedTokens))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_usedTokens -= SessionCompactor.Compact(_session);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· GAPS TWO AND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Log Lines and One Changed Guard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CAPSTONE — DEVELOPER CLI (V0.4)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67335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src/MiniCode.Agent/CodingAgent.cs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021332"/>
            <a:ext cx="4690872" cy="56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Task&lt;TaskPlan&gt; PlanAsync(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request, CancellationToken ct = default)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51663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_agentLog.LogInformation(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"Planning: {Request}", request);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84683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TaskPlan plan =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_planner.CreateAsync(request, ct);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17703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_agentLog.LogInformation(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"Plan: {Count} steps", plan.Tasks.Count);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50723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and in ReviewAsync: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385521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_agentLog.LogInformation(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"Reviewing unstaged changes");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77824" y="4185412"/>
            <a:ext cx="4690872" cy="7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diff = await InvokeToolAsync(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"git_diff", new Dictionary&lt;string, object?&gt;(), ct);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report =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_reviewer.ReviewAsync(diff, ct);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77824" y="484581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_agentLog.LogInformation("Review complete");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501091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and in ClearSession, after the history is emptied: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" y="535889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_agentLog.LogInformation("Session cleared");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38544" y="1673352"/>
            <a:ext cx="4690872" cy="898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src/MiniCode.Agent/ChatClientFactory.cs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read here tests Length, not null: an exported-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but-empty variable is a shell's way of saying "unset",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 an empty key reaching OpenAIClient raises an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unhandled ArgumentException instead of the message below.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638544" y="268173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string Read(string variable) =&gt;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Environment.GetEnvironmentVariable(variable)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638544" y="3011932"/>
            <a:ext cx="4690872" cy="898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 { Length: &gt; 0 } value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value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throw new InvalidOperationException(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$"{variable} is not set. Set it before "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"running MiniCode.");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638544" y="383743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src/MiniCode.Cli/MiniCodeVersion.cs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638544" y="418541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static class MiniCodeVersion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638544" y="451561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const string Current = "0.4";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638544" y="468071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638544" y="484581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&lt;Version&gt; in MiniCode.Cli.csproj moves with it,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0.3.0 to 0.4.0. Nothing reads either from the other.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Two, Neither With a Reference Implementation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CAPSTONE — DEVELOPER CLI (V0.4)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One: trace the calls gap one does not cover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PlanAsync and ReviewAsync can fault too, in a single call with no iterator to guard — so an ordinary try/catch works where the loop needed a hand-driven enumerator. Give each the same treatment.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" y="4892040"/>
            <a:ext cx="498348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4892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 logs one [Agent] line naming the exception type and message, then rethrows; a cancellation logs as a cancellation, not a failure; a successful call's trace is unchanged.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141732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90195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40664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Two: drive the plan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6629400" y="26060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RunStreamingAsync advance the plan it was given — mark a step Complete as the model finishes it, and use TaskPlan.Revise when the model's actual course diverges. A stretch beyond what MiniCode requires; the acceptance criteria are the specification.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629400" y="4892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/status shows completed steps; a fully completed plan reports IsComplete; revising never renumbers a step already shown; TaskPlan stays immutable.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Line That Did Not Exist Before v0.4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captures, through this Capstone’s own BracketLoggerProvider and TracingInvoker. No request was sent to OpenAI for any of them.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CAPSTONE — DEVELOPER CLI (V0.4)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213055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stdout, exactly as before ===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47853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Program.cs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64363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The response ended prematurely.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280873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2&gt; trace.log, the new line ===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15671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Task started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Reading Program.cs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348691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Task failed: HttpRequestException: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 response ended prematurely.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" y="381711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Ctrl+C during the same turn ===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77824" y="416509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Task started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Reading Program.cs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449529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Task cancelled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" y="5458968"/>
            <a:ext cx="4690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completed is correctly absent from both.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87452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38544" y="213055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gap two: no [Agent] line in Module 18 ===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638544" y="247853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Reviewing unstaged changes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638544" y="264363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[Tool] git_diff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[Result] diff --git a/src/... (23ms)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638544" y="2973832"/>
            <a:ext cx="4690872" cy="898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Review complete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Planning: add caching to the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price lookup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Plan: 3 steps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[Agent] Session cleared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638544" y="379933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gap three: empty key, same message ===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638544" y="414731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minicode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638544" y="431241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 is not set. Set it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running MiniCode.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638544" y="4642612"/>
            <a:ext cx="4690872" cy="23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v0.4, installed and run elsewhere ===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638544" y="4990592"/>
            <a:ext cx="4690872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 v0.4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Workspace: C:\Users\...\CustomerPortal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MiniCode Course</dc:creator>
  <cp:lastModifiedBy>MiniCode Course</cp:lastModifiedBy>
  <cp:revision>1</cp:revision>
  <dcterms:created xsi:type="dcterms:W3CDTF">2026-09-10T18:44:16Z</dcterms:created>
  <dcterms:modified xsi:type="dcterms:W3CDTF">2026-09-10T18:44:16Z</dcterms:modified>
</cp:coreProperties>
</file>