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Module of Phase 4. Ships as part of Phase 4 Capstone — Developer CLI (v0.4). Module 5a’s interception point wraps these three tools exactly as it wraps every other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CodingAgentFactory constructs new GitClient(new ShellExecutor()) — a plain ShellExecutor, not the allow-listed one built for run_command, since GitClient has no arbitrary command for an allow list to filter. AgentInstructions.Core gains a few sentences: check git_status and git_diff before writing a change report rather than trusting memory, use git_log for history, and a reminder that none of these three tools changes anything Git tracks.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 — asking MiniCode for a change report — needs a live OPENAI_API_KEY. What it produces is git_status and git_diff composed the way the instructions now direct: status tells it one file changed and one is untracked, diff shows a direct repository call replaced with a cache lookup, and the report describes exactly that — sourced from these tool calls, not from anything it remembers editing.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826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· PHASE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66696"/>
            <a:ext cx="6309360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Integration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4830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can edit files and run commands, but it has no way to see its own trail — everything it knows about "what changed" comes from its memory of the conversation, which Module 8's compaction can throw away. Three read-only tools let it ask Git directly.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Phase3-Capstone-AutonomousFixer/ — Git integration reuses Module 11a’s IShellExecutor rather than adding a dependency.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install. No new package — Git integration means running the git binary, assumed to be on PATH, the same assumption the course already makes about dotnet.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fixed invocations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--porcelain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-n 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commit. no push.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0632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staging.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42632" y="3520440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6" name="Text 14"/>
          <p:cNvSpPr txBox="1"/>
          <p:nvPr/>
        </p:nvSpPr>
        <p:spPr>
          <a:xfrm>
            <a:off x="7342632" y="3685032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by construction,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by policy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342632" y="4325112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Git, do not trust recollection.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Git Is Just Running a Process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Git Library, No New Package Reference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MiniCode.Infrastructure owns shell and Git for the same reason: just git status, git diff and git log run through the exact IShellExecutor Module 11a already built.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GitClient is three fixed invocations of it.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Invocations Need No Allow List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11b's allow list exists because run_command lets the model choose the program and its arguments. GitClient never does — every call it can possibly make is one of three hardcoded argument lists baked into the class itself.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nothing here for an allow list to guard, so this Module adds none.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Read-Only by Construction, and Honest About Exit Codes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240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Read-only by construction, not by policy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724912"/>
            <a:ext cx="2377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15’s later split lists git status and git diff as safe and git commit and git push as gated. This Module does not implement that gate — it simply never writes the code that would call git commit. A capability that does not exist needs no permission check.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240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77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result is not always an exception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724912"/>
            <a:ext cx="2377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git status in a directory that is not a Git repository is not a bug — it is Git answering truthfully. GitTools checks the exit code itself and returns Git’s own message, the same never-throw discipline Module 5a established.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38160" y="201168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22402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2128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told to check, not to remember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724912"/>
            <a:ext cx="2377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report written from memory of what was edited can drift from what is on disk — a rejected edit, an untracked file it forgot. The instructions now say to call git_status and git_diff before writing one.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Query Runs, and What the Model Gets Told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src/MiniCode.Infrastructure/IGitClient.cs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Deliberately no method that changes anything.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1610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Task&lt;ShellCommandResult&gt; StatusAsync(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workspaceRoot, CancellationToken ct);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Task&lt;ShellCommandResult&gt; DiffAsync(...);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Task&lt;ShellCommandResult&gt; LogAsync(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workspaceRoot, int maxEntries, ...);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src/MiniCode.Infrastructure/GitClient.cs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25831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readonly TimeSpan Timeout =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TimeSpan.FromSeconds(30);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Task&lt;ShellCommandResult&gt; StatusAsync(...) =&gt;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71551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shell.RunAsync("git",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["status", "--porcelain"],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workspaceRoot, Timeout, ct);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41727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Task&lt;ShellCommandResult&gt; DiffAsync(...) =&gt;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3251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shell.RunAsync("git", ["diff"], ...);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77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Task&lt;ShellCommandResult&gt; LogAsync(...) =&gt;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6299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shell.RunAsync("git", ["log", "--oneline",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"-n", maxEntries.ToString()], ...);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3854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src/MiniCode.Tools/GitTools.cs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20086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Task&lt;string&gt; GitStatus(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 ct = default)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Format(await git.StatusAsync(workspace.Root, ct),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24658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"Working tree clean.");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26182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Task&lt;string&gt; GitDiff(...)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Format(await git.DiffAsync(workspace.Root, ct),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"No unstaged changes.");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30754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Task&lt;string&gt; GitLog(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[Description("How many recent commits to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show.")] int maxEntries = 10, ...)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Format(await git.LogAsync(workspace.Root,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3685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maxEntries, ct), "No commits yet.");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38374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string Format(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ShellCommandResult result, string whenEmpty) =&gt;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414223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result.ExitCode != 0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result.StandardError.Trim()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string.IsNullOrWhiteSpace(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result.StandardOutput)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? whenEmpty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result.StandardOutput.TrimEnd();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ToolCatalog gains a sixth constructor parameter and registers three more entries through the same private Intercept — no new mechanism.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Notes on Three Tools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26380" cy="2194560"/>
          </a:xfrm>
          <a:prstGeom prst="roundRect">
            <a:avLst>
              <a:gd name="adj" fmla="val 416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2880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0136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IGitClient takes a workspaceRoot string, not IWorkspace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42291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MiniCode.Infrastructure is a leaf project — it cannot reference MiniCode.Workspace — so the caller resolves the root and passes it in, exactly as IShellExecutor.RunAsync already does.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600200"/>
            <a:ext cx="5326380" cy="2194560"/>
          </a:xfrm>
          <a:prstGeom prst="roundRect">
            <a:avLst>
              <a:gd name="adj" fmla="val 416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82880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80136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argument list is a C# array literal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313432"/>
            <a:ext cx="42291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 builds its list from what the model supplies; GitClient builds its from the source code. That difference is the entire reason one needs an allow list and the other does not.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326380" cy="2194560"/>
          </a:xfrm>
          <a:prstGeom prst="roundRect">
            <a:avLst>
              <a:gd name="adj" fmla="val 416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20624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7880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checks ExitCode, not a try/catch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690872"/>
            <a:ext cx="42291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non-zero exit from git is Git successfully answering — "no repository here" — not a process failure. Only a process that could not start at all reaches DirectToolInvoker’s catch block.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977640"/>
            <a:ext cx="5326380" cy="2194560"/>
          </a:xfrm>
          <a:prstGeom prst="roundRect">
            <a:avLst>
              <a:gd name="adj" fmla="val 416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420624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417880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whenEmpty message is written for its own tool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4690872"/>
            <a:ext cx="42291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 --porcelain and git diff both print nothing when there is nothing to report — raw silence would read as a stalled tool, so each result names the state Git is describing.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6355080"/>
            <a:ext cx="5326380" cy="2194560"/>
          </a:xfrm>
          <a:prstGeom prst="roundRect">
            <a:avLst>
              <a:gd name="adj" fmla="val 4167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658368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6583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655624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GitTools takes the same two arguments as ShellTools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7068312"/>
            <a:ext cx="42291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interface it wraps, and IWorkspace for the root — the shape Module 11a already established for a tool that needs to know where it is running.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 the Diff, the Way run_command Already Does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from this Module’s code against a temporary Git repository with two commits and one uncommitted edit.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— GIT INTEGRATION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truncate GitDiff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GitDiff returns the entire unstaged diff with no cap — unlike RunCommand, which truncates stdout at ShellTools.MaxOutputLength. A diff touching many files could consume a meaningful slice of Module 8a’s context budget in one tool result.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6908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 shorter than the cap is returned unchanged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 longer than the cap is cut to exactly the cap’s length plus the notice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 states the number of characters truncated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reference implementation ships later — this Module’s own demonstration never produces a diff large enough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git_status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658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 CustomerService.cs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 CustomerServiceTests.cs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770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git_diff, the same edit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10591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 --git a/CustomerService.cs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b/CustomerService.cs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@@ -1,4 +1,4 @@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public class CustomerService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7155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   public Customer GetById(int id)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_repository.Find(id);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402031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public Customer GetById(int id)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_cache.GetOrAdd(id,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_repository.Find);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44775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git_log(maxEntries: 5), newest first ===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638544" y="481279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3b62245 Add Program entry point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20bdef2 Add CustomerService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638544" y="511759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not a Git repository at all ===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638544" y="545287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fatal: not a git repository (or any of the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 directories): .git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2026-09-10T20:08:23Z</dcterms:created>
  <dcterms:modified xsi:type="dcterms:W3CDTF">2026-09-10T20:08:23Z</dcterms:modified>
</cp:coreProperties>
</file>