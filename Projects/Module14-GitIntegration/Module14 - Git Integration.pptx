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1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651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· PHASE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Integration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has been trusting its own memory of what it changed. Now it can ask Git instead.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55280" y="128016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83880" y="146304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git_status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183880" y="1810512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 CustomerService.cs</a:t>
            </a:r>
            <a:endParaRPr lang="en-US" sz="10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 CustomerServiceTests.cs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83880" y="25603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git_diff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183880" y="2907792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GetById(int id) =&gt;</a:t>
            </a:r>
            <a:endParaRPr lang="en-US" sz="9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_repository.Find(id);</a:t>
            </a:r>
            <a:endParaRPr lang="en-US" sz="9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GetById(int id) =&gt;</a:t>
            </a:r>
            <a:endParaRPr lang="en-US" sz="9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_cache.GetOrAdd(id,</a:t>
            </a:r>
            <a:endParaRPr lang="en-US" sz="9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_repository.Find);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183880" y="397764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git_log(maxEntries: 5)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83880" y="431596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3b62245 Add Program entry point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20bdef2 Add CustomerService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83880" y="5029200"/>
            <a:ext cx="306324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83880" y="51663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Read-only. All three, always.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Git Is Just Running a Process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0/icons/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Library, No New Package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MiniCode.Infrastructure owns shell and Git for the same reason: git status, git diff and git log run through the exact IShellExecutor Module 11a already built. GitClient is three fixed invocations of it.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" y="4297680"/>
            <a:ext cx="4709160" cy="731520"/>
          </a:xfrm>
          <a:prstGeom prst="roundRect">
            <a:avLst>
              <a:gd name="adj" fmla="val 75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51560" y="42976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 assumes git is on PATH — the same assumption already made about dotnet.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deck20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Invocations Need No Allow List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629400" y="260604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11b’s allow list exists because run_command lets the model choose the program and its arguments. GitClient never does — every call is one of three hardcoded argument lists baked into the class.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629400" y="4297680"/>
            <a:ext cx="470916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812280" y="42976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nothing here for an allow list to guard, so this Module adds none.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Read-Only by Construction, Not by Policy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 that does not exist needs no permission check.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10515600" cy="1691640"/>
          </a:xfrm>
          <a:prstGeom prst="roundRect">
            <a:avLst>
              <a:gd name="adj" fmla="val 5405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97280" y="21945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home/claude/deck20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3317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103120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never writes the code that would call git commit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51760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15’s later split between safe and approval-gated operations lists git status/diff as safe and git commit/push as gated — this Module simply arrives before there is anything to gate.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22960" y="3840480"/>
            <a:ext cx="10515600" cy="1874520"/>
          </a:xfrm>
          <a:prstGeom prst="roundRect">
            <a:avLst>
              <a:gd name="adj" fmla="val 487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097280" y="4114800"/>
            <a:ext cx="594360" cy="59436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deck20/icons/b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2519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74520" y="4023360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"Not a git repository" is Git answering truthfully, not a bug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4572000"/>
            <a:ext cx="9052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GitTools checks the exit code itself and returns Git’s own message as the result — the same never-throw discipline Module 5a established, applied before an exception would even occur.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Told to Check, Not to Remember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0/icons/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81051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41732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MiniCode knew about "what changed" used to come from its own memory of the conversation — 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Module 8’s compaction can throw away, and which can drift from what is on disk: a rejected edit, an untracked file it forgot about.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11109960" cy="18288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868680" y="338328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deck20/icons/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53872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3383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agent’s instructions now say to check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38862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git_status and git_diff before writing a change report, rather than trusting memory of what was edited. Use git_log for history.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5166360"/>
            <a:ext cx="11109960" cy="960120"/>
          </a:xfrm>
          <a:prstGeom prst="roundRect">
            <a:avLst>
              <a:gd name="adj" fmla="val 5714"/>
            </a:avLst>
          </a:prstGeom>
          <a:ln w="12700">
            <a:solidFill>
              <a:srgbClr val="3FBFB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822960" y="516636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report sourced from three tool calls, not from anything the model remembers editing.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Tools, One Fixed-Argument Client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88920" y="150876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017520" y="1714500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0/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536" y="18333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703320" y="161848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GitTools.GitStatus / GitDiff / GitLog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model-facing — same shape as ShellTools</a:t>
            </a:r>
            <a:endParaRPr lang="en-US" sz="1100" dirty="0"/>
          </a:p>
        </p:txBody>
      </p:sp>
      <p:pic>
        <p:nvPicPr>
          <p:cNvPr id="9" name="Image 1" descr="/home/claude/deck20/icons/arrow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2432304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88920" y="2670048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3017520" y="28757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/home/claude/deck20/icons/codebran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5536" y="2994660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03320" y="277977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IGitClient → GitClient(IShellExecutor)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703320" y="31546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hardcoded git invocations, no allow list</a:t>
            </a:r>
            <a:endParaRPr lang="en-US" sz="1100" dirty="0"/>
          </a:p>
        </p:txBody>
      </p:sp>
      <p:pic>
        <p:nvPicPr>
          <p:cNvPr id="15" name="Image 3" descr="/home/claude/deck20/icons/arrow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593592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788920" y="3831336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3017520" y="4037076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/home/claude/deck20/icons/rou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5536" y="415594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03320" y="394106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shell.RunAsync("git", [fixed args], root, ...)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3703320" y="431596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runner built in Module 11a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548640" y="5020056"/>
            <a:ext cx="11109960" cy="1325880"/>
          </a:xfrm>
          <a:prstGeom prst="roundRect">
            <a:avLst>
              <a:gd name="adj" fmla="val 6897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822960" y="518464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CodingAgentFactory constructs a plain ShellExecutor for Git — not the allow-listed one built for run_command.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822960" y="564184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ToolCatalog gains a sixth constructor parameter and registers all three tools through the same private Intercept as everything else — no new mechanism.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Moves to a Trustworthy Trail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664208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6642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55448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IGitClient takes a workspaceRoot string, not IWorkspace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760720" y="1554480"/>
            <a:ext cx="5715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a leaf project and cannot reference Workspace — the caller resolves the root.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651760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542032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argument list is a C# array literal, never user input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760720" y="2542032"/>
            <a:ext cx="5715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 builds its arguments from what the model supplies; GitClient builds its from the source code.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77240" y="3639312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529584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checks ExitCode, not a try/catch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760720" y="3529584"/>
            <a:ext cx="5715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non-zero exit from git is Git successfully answering — only a process that could not start reaches the catch block.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25696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26864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268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4517136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whenEmpty message is written for its own tool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760720" y="4517136"/>
            <a:ext cx="5715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output would read as a stalled tool, not a clean answer, so each result names the actual state.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11109960" cy="896112"/>
          </a:xfrm>
          <a:prstGeom prst="roundRect">
            <a:avLst>
              <a:gd name="adj" fmla="val 8163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7240" y="5614416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" y="56144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508760" y="5504688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GitTools takes the same two constructor arguments as ShellTools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760720" y="5504688"/>
            <a:ext cx="5715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interface it wraps, and IWorkspace for the root — the shape Module 11a already established.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Output, Against a Real Repository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4800600"/>
          </a:xfrm>
          <a:prstGeom prst="roundRect">
            <a:avLst>
              <a:gd name="adj" fmla="val 1905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0/icons/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cap GitDiff’s output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GitDiff returns the whole unstaged diff with no cap. A diff touching many files could consume a meaningful slice of the context budget in one tool result.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5349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 the formatted result at ShellTools.MaxOutputLength characters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Append a notice naming how many characters were cut, the way ShellTools.Append already does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diff shorter than the cap is returned unchanged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diff longer than the cap is cut to exactly the cap plus the notice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903720" y="15361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git_status — tracked edit + untracked file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90372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 CustomerService.cs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 CustomerServiceTests.cs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903720" y="24231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git_log(maxEntries: 5) — newest first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903720" y="271576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3b62245 Add Program entry point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20bdef2 Add CustomerService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903720" y="33375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git_status — not a Git repository at all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903720" y="3630168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1E2761"/>
          </a:solidFill>
          <a:ln w="9525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040880" y="3630168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fatal: not a git repository (or any of</a:t>
            </a:r>
            <a:endParaRPr lang="en-US" sz="9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parent directories): .git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03720" y="4434840"/>
            <a:ext cx="45720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Git’s own message, passed straight through — not caught, not rewritten. The Lab’s change report is sourced from these three tool calls, not memory.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950</Words>
  <Application>Microsoft Office PowerPoint</Application>
  <PresentationFormat>Widescreen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Bob Tryon</cp:lastModifiedBy>
  <cp:revision>2</cp:revision>
  <dcterms:created xsi:type="dcterms:W3CDTF">2026-09-09T21:14:09Z</dcterms:created>
  <dcterms:modified xsi:type="dcterms:W3CDTF">2026-09-09T21:30:17Z</dcterms:modified>
</cp:coreProperties>
</file>