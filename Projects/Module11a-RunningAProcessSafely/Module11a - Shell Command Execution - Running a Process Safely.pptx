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589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 Command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PROCESS SAFELY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shell, an enforced timeout, captured output — so the agent can build what it changed.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138160" y="1280160"/>
            <a:ext cx="3383280" cy="4114800"/>
          </a:xfrm>
          <a:prstGeom prst="roundRect">
            <a:avLst>
              <a:gd name="adj" fmla="val 324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150876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8" name="Shape 6"/>
          <p:cNvSpPr/>
          <p:nvPr/>
        </p:nvSpPr>
        <p:spPr>
          <a:xfrm>
            <a:off x="8577072" y="150876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7"/>
          <p:cNvSpPr/>
          <p:nvPr/>
        </p:nvSpPr>
        <p:spPr>
          <a:xfrm>
            <a:off x="8787384" y="150876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0" name="Text 8"/>
          <p:cNvSpPr/>
          <p:nvPr/>
        </p:nvSpPr>
        <p:spPr>
          <a:xfrm>
            <a:off x="8366760" y="182880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run_command dotnet build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0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 -&gt; bin/Debug/net10.0/Shop.dll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succeeded.
    0 Warning(s)
    0 Error(s)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Elapsed 00:00:01.17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366760" y="4343400"/>
            <a:ext cx="292608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8366760" y="4480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shell. A timeout. Never a hang.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"Safely" Is About Mechanics, Not Yet Permission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can only read has a small blast radius. A tool that can run any program does not. </a:t>
            </a:r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build and a destructive command are the same C# call away.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2061972" y="3319272"/>
            <a:ext cx="585216" cy="58521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/home/claude/deck15/icons/b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9132" y="3456432"/>
            <a:ext cx="310896" cy="3108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40690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shell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7240" y="44348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ArgumentList as a list, not a command-line string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306324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5811012" y="3319272"/>
            <a:ext cx="585216" cy="58521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3" name="Image 1" descr="/home/claude/deck15/icons/stopw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172" y="345643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80560" y="40690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Enforced timeout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26280" y="44348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gets one; running past it means killed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46720" y="306324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17" name="Shape 13"/>
          <p:cNvSpPr/>
          <p:nvPr/>
        </p:nvSpPr>
        <p:spPr>
          <a:xfrm>
            <a:off x="9560052" y="3319272"/>
            <a:ext cx="585216" cy="58521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8" name="Image 2" descr="/home/claude/deck15/icons/fileexp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7212" y="3456432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29600" y="406908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Readable output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275320" y="44348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code, stdout, stderr — capped and truncated cleanly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5212080"/>
            <a:ext cx="11109960" cy="914400"/>
          </a:xfrm>
          <a:prstGeom prst="roundRect">
            <a:avLst>
              <a:gd name="adj" fmla="val 6000"/>
            </a:avLst>
          </a:prstGeom>
          <a:ln w="12700">
            <a:solidFill>
              <a:srgbClr val="3FBFB0"/>
            </a:solidFill>
            <a:prstDash val="dash"/>
          </a:ln>
        </p:spPr>
      </p:sp>
      <p:sp>
        <p:nvSpPr>
          <p:cNvPr id="22" name="Text 17"/>
          <p:cNvSpPr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commands are allowed is Module 11b’s job. This one is only about running one without losing control of it.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— SHELL COMMAND EXECUTION: RUNNING A PROCESS SAFELY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Shell Means No Shell Injection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ProcessStartInfo.ArgumentList sends arguments to the OS as a list, one slot each.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39496" y="192024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2176272"/>
            <a:ext cx="548640" cy="54864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7" name="Image 0" descr="/home/claude/deck15/icons/bo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1343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53896" y="21945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concatenated string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813816" y="2834640"/>
            <a:ext cx="4800600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950976" y="283464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"dotnet build " + userInput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" y="3474720"/>
            <a:ext cx="4800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a shell metacharacter — a stray quote, &amp;&amp;, ; — a place to hide and break out.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0216" y="192024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6556248" y="217627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/home/claude/deck15/icons/list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13432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14616" y="21945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ArgumentList</a:t>
            </a:r>
            <a:endParaRPr lang="en-US" sz="1550" dirty="0"/>
          </a:p>
        </p:txBody>
      </p:sp>
      <p:sp>
        <p:nvSpPr>
          <p:cNvPr id="16" name="Shape 12"/>
          <p:cNvSpPr/>
          <p:nvPr/>
        </p:nvSpPr>
        <p:spPr>
          <a:xfrm>
            <a:off x="6574536" y="2834640"/>
            <a:ext cx="4800600" cy="502920"/>
          </a:xfrm>
          <a:prstGeom prst="roundRect">
            <a:avLst>
              <a:gd name="adj" fmla="val 9091"/>
            </a:avLst>
          </a:prstGeom>
          <a:solidFill>
            <a:srgbClr val="141B49"/>
          </a:solidFill>
          <a:ln/>
        </p:spPr>
      </p:sp>
      <p:sp>
        <p:nvSpPr>
          <p:cNvPr id="17" name="Text 13"/>
          <p:cNvSpPr/>
          <p:nvPr/>
        </p:nvSpPr>
        <p:spPr>
          <a:xfrm>
            <a:off x="6711696" y="283464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startInfo.ArgumentList.Add(arg)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74536" y="3474720"/>
            <a:ext cx="4800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command-line string for anything to break out of, because one is never built.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22960" y="461772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97280" y="4800600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UseShellExecute = false · CreateNoWindow = true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97280" y="525780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path input in this Module is workspace-relative or absent — the same discipline that started with Module 4.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— SHELL COMMAND EXECUTION: RUNNING A PROCESS SAFELY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Endings for the Same Race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39496" y="155448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3FBFB0"/>
          </a:solidFill>
          <a:ln/>
        </p:spPr>
      </p:sp>
      <p:sp>
        <p:nvSpPr>
          <p:cNvPr id="5" name="Shape 3"/>
          <p:cNvSpPr/>
          <p:nvPr/>
        </p:nvSpPr>
        <p:spPr>
          <a:xfrm>
            <a:off x="795528" y="181051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15/icons/stopw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94767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182880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timeout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13816" y="2468880"/>
            <a:ext cx="4800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Expected. The model asked for something too slow, and gets a result back — a tool response the agent can read and react to.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0216" y="155448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6248" y="1810512"/>
            <a:ext cx="548640" cy="54864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11" name="Image 1" descr="/home/claude/deck15/icons/sk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4767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14616" y="182880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Cancellation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74536" y="2468880"/>
            <a:ext cx="4800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run being abandoned. Module 5a’s rule hasn’t changed: it propagates, it does not turn into tool output.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4206240"/>
            <a:ext cx="1110996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15" name="Shape 11"/>
          <p:cNvSpPr/>
          <p:nvPr/>
        </p:nvSpPr>
        <p:spPr>
          <a:xfrm>
            <a:off x="868680" y="4480560"/>
            <a:ext cx="594360" cy="59436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6" name="Image 2" descr="/home/claude/deck15/icons/bom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6177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06240"/>
            <a:ext cx="9784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process that never finishes is a resource leak wearing a mask of patience.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548640" y="57150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F4F6FB"/>
          </a:solidFill>
          <a:ln/>
        </p:spPr>
      </p:sp>
      <p:sp>
        <p:nvSpPr>
          <p:cNvPr id="19" name="Text 14"/>
          <p:cNvSpPr/>
          <p:nvPr/>
        </p:nvSpPr>
        <p:spPr>
          <a:xfrm>
            <a:off x="822960" y="57150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linked token tells them apart: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timeout fired, the caller’s token is still live, so the check does nothing and a TimedOut result comes back; if the caller cancelled, that same check throws and the run propagates. Same field, two reasons.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— SHELL COMMAND EXECUTION: RUNNING A PROCESS SAFELY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While Running, and Only in the Root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15/icons/st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928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7373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Drain Both Pipes While It Runs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command that writes enough to stderr will block on a full pipe if nothing is draining it. Reading stdout and stderr as two tasks alongside the process is what keeps a chatty command from deadlocking against its own output.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68680" y="4846320"/>
            <a:ext cx="4709160" cy="1051560"/>
          </a:xfrm>
          <a:prstGeom prst="roundRect">
            <a:avLst>
              <a:gd name="adj" fmla="val 5217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51560" y="4846320"/>
            <a:ext cx="4389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stdout = ReadToEndAsync()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stderr = ReadToEndAsync()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both started before WaitForExitAsync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12" name="Shape 9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deck15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89280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06640" y="17373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Path Input Yet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629400" y="26060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runs in the workspace root, and the model cannot ask for another one. There is no path argument here to validate — the safety property is that there is no path input at all yet.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629400" y="4846320"/>
            <a:ext cx="470916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17" name="Text 13"/>
          <p:cNvSpPr/>
          <p:nvPr/>
        </p:nvSpPr>
        <p:spPr>
          <a:xfrm>
            <a:off x="6812280" y="4846320"/>
            <a:ext cx="4389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shell.RunAsync(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command, arguments,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workspace.Root, timeout, ct)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— SHELL COMMAND EXECUTION: RUNNING A PROCESS SAFELY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Moves to a Controlled Process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149047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IShellExecutor is the only thing touching Process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261872" y="190195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deals in ShellCommandResult, a plain record.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31152" y="149047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ArgumentList, never a concatenated string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931152" y="190195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has no place for a shell metacharacter to hide.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70632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29352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35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2843784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ReadToEndAsync tasks start before awaiting exit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261872" y="325526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pipe could block the exit itself otherwise.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770632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29352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935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31152" y="2843784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linked token, CancelAfter layered 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931152" y="325526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reasons to be cancelled, same field, told apart by one check.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23944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28853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2885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61872" y="419709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kill happens before either outcome is decided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261872" y="46085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timed-out process never keeps running in the background.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4123944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28853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2885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419709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CancellationToken is bound, not in the schema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31152" y="46085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sees it as something it could pass.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477256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1520" y="5641848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6418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61872" y="555040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code, stdout, stderr, in that order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61872" y="5961888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 that changes the model’s next move comes first.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Outcomes, Four Plain Sentences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52160" cy="22860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15/icons/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71907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workingDirectory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53492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optional workspace-relative parameter, resolved through IWorkspace.ResolvePath — the same call read_file and write_file already make. A path outside the workspace is refused the same way.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657600"/>
            <a:ext cx="5852160" cy="594360"/>
          </a:xfrm>
          <a:prstGeom prst="roundRect">
            <a:avLst>
              <a:gd name="adj" fmla="val 9231"/>
            </a:avLst>
          </a:prstGeom>
          <a:solidFill>
            <a:srgbClr val="F4F6FB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365760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0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480560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build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48640" y="4315968"/>
            <a:ext cx="5852160" cy="594360"/>
          </a:xfrm>
          <a:prstGeom prst="roundRect">
            <a:avLst>
              <a:gd name="adj" fmla="val 9231"/>
            </a:avLst>
          </a:prstGeom>
          <a:solidFill>
            <a:srgbClr val="F4F6FB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4315968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1  ...error CS1002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480560" y="4315968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compile failure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4974336"/>
            <a:ext cx="5852160" cy="594360"/>
          </a:xfrm>
          <a:prstGeom prst="roundRect">
            <a:avLst>
              <a:gd name="adj" fmla="val 9231"/>
            </a:avLst>
          </a:prstGeom>
          <a:solidFill>
            <a:srgbClr val="F4F6FB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4974336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'ping' did not finish within 1s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was killed.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480560" y="4974336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48640" y="5632704"/>
            <a:ext cx="5852160" cy="594360"/>
          </a:xfrm>
          <a:prstGeom prst="roundRect">
            <a:avLst>
              <a:gd name="adj" fmla="val 9231"/>
            </a:avLst>
          </a:prstGeom>
          <a:solidFill>
            <a:srgbClr val="F4F6FB"/>
          </a:solidFill>
          <a:ln/>
        </p:spPr>
      </p:sp>
      <p:sp>
        <p:nvSpPr>
          <p:cNvPr id="19" name="Text 16"/>
          <p:cNvSpPr/>
          <p:nvPr/>
        </p:nvSpPr>
        <p:spPr>
          <a:xfrm>
            <a:off x="685800" y="5632704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run_command failed: ...cannot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 the file specified.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480560" y="5632704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program, caught by the seam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675120" y="1371600"/>
            <a:ext cx="4983480" cy="4800600"/>
          </a:xfrm>
          <a:prstGeom prst="roundRect">
            <a:avLst>
              <a:gd name="adj" fmla="val 1905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03720" y="160020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0
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 -&gt; ...\bin\Debug\net10.0\Shop.dll
Build succeeded.
    0 Warning(s)
    0 Error(s)
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1
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Program.cs(1,35): error CS1002:
; expected [...\Shop.csproj]
Build FAILED.
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'ping' did not finish within 1s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was killed.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11A — SHELL COMMAND EXECUTION: RUNNING A PROCESS SAFELY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2026-09-09T19:15:03Z</dcterms:created>
  <dcterms:modified xsi:type="dcterms:W3CDTF">2026-09-09T19:15:03Z</dcterms:modified>
</cp:coreProperties>
</file>