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Module 11. Ships as part of Phase 3 Capstone — Autonomous Fixer (v0.3), once Module 11b adds the allow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6: AIFunctionFactory binds CancellationToken parameters from the invocation itself and leaves them out of the JSON schema. The model never sees cancellationToken as something it could pass — it is not part of the tool’s declared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11b decides which of these commands should have been allowed to start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· PHASE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Safely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can read a repository and edit it, but it has never been able to check whether an edit actually works. This Module gives it run_command: an external program started directly — no shell, an enforced timeout, captured output.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Module10-SafeFileEditing/ — run_command is wrapped by the same InterceptedFunction as every read and write tool, with no special case for it.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install. System.Diagnostics.Process is in the shared framework, so MiniCode.Infrastructure gets its first files here and still has zero package references.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shell, no injection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ArgumentList.Add("build")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one slot each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CancelAfter(timeout)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killed, and it says so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ReadToEndAsync tasks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drained while running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42632" y="3520440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6" name="Text 14"/>
          <p:cNvSpPr txBox="1"/>
          <p:nvPr/>
        </p:nvSpPr>
        <p:spPr>
          <a:xfrm>
            <a:off x="7342632" y="3685032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command runs at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IWorkspace.Root — no path input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342632" y="4325112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Mechanics now. Policy in 11b.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That Can Run Any Program Has No Small Blast Radius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C# Call Away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build and a destructive command are indistinguishable from here. "Safely" in this Module’s title is about the mechanics — no shell, a timeout, output you can actually read.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about which commands are allowed. That restriction is Module 11b.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Shell Means No Shell Injection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ProcessStartInfo.ArgumentList sends arguments to the operating system as a list, one slot each. There is no command-line string for a stray quote or &amp;&amp; to break out of.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command-line string is never built in the first place.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Timeout, and Two Streams Drained While It Runs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Process That Never Finishes Is a Resource Leak Wearing a Mask of Patience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gets a timeout. Running past it does not mean waiting forever — the process is killed and the tool says so in words the model can read and react to.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3FBFB0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Both Streams While the Process Is Still Running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62940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that writes enough to stderr will block on a full pipe if nothing is draining it. Reading stdout and stderr concurrently, as two tasks alongside the process, is what keeps a chatty command from deadlocking against its own output.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77824" y="5193792"/>
            <a:ext cx="10405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Timing out and being cancelled are different endings for the same race.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877824" y="555447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timeout is expected: the model asked for something too slow and gets a result back.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Cancellation is the whole run being abandoned — Module 5a's rule still holds: it propagates.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Class Touches Process, and Nothing Else Does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65960" y="1417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16712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14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34640" y="1581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ShellTools.RunCommand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834640" y="1947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model-facing side; every command runs at IWorkspace.Root, and there is no path argument to redirect it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5000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96596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167128" y="287121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29992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834640" y="2816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IShellExecutor.RunAsync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31821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in MiniCode that calls System.Diagnostics.Process directly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58444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965960" y="38862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167128" y="410565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144" y="423367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834640" y="405079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ShellCommandResult(ExitCode, stdout, stderr, TimedOut)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834640" y="441655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record with no behaviour — ExitCode is null exactly when TimedOut is true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48640" y="51663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41248" y="5458968"/>
            <a:ext cx="566928" cy="566928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05272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54480" y="5367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Module deliberately does not do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1554480" y="58064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 will run anything the model names — git push, a package install, a destructive command, whatever it asks for. Module 11b puts an allow list in front of it before Module 12 lets a loop call this unattended.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Timeout Race Is the Whole Safety Mechanism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src/MiniCode.Infrastructure/ShellExecutor.cs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086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startInfo = new ProcessStartInfo(command)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WorkingDirectory = workingDirectory,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RedirectStandardOutput = true,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RedirectStandardError = true,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770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UseShellExecute = false,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9230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CreateNoWindow = true,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278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(string argument in arguments)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startInfo.ArgumentList.Add(argument);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8374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process = new Process { StartInfo = startInfo };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process.Start();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1422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started before the process is awaited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7751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stdout = process.StandardOutput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.ReadToEndAsync(cancellationToken);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stderr = process.StandardError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.ReadToEndAsync(cancellationToken);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 binds CancellationToken parameters from the invocation itself and leaves them out of the JSON schema — the model never sees it as something it could pass.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3854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timeout race, same file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20086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cts = CancellationTokenSource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.CreateLinkedTokenSource(cancellationToken);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2313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cts.CancelAfter(timeout);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246583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process.WaitForExitAsync(cts.Token);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(OperationCanceledException)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33802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process.Kill(entireProcessTree: true);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.ThrowIfCancellationRequested();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38374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ShellCommandResult(null,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stdout, await stderr, TimedOut: true);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new ShellCommandResult(process.ExitCode,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stdout, await stderr, TimedOut: false);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45994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ShellTools: "Exit code N", stdout, then stderr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— capped at 4,000 chars each with a notice.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Details in One Process Call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IShellExecutor is the only thing that touches Process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it deals in ShellCommandResult, a plain record with no behaviour.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ArgumentList, never a concatenated string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"dotnet build " + userInput would hand a shell metacharacter a place to hide. A list has no such place.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readers start before the process is awaited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them after WaitForExitAsync risks a full pipe blocking the exit itself — read concurrently with running, not after.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token source, CancelAfter layered on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fires on the timeout, the external token is still live and ThrowIfCancellationRequested does nothing. If the caller’s own token fired, that line throws and the run propagates.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kill happens before either outcome is decided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timed-out process does not get to keep running in the background just because MiniCode stopped waiting on it.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code, stdout, then stderr, in that order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reads top to bottom, so the fact that changes its next move — did it succeed — comes first. A timeout message replaces all three when it applies.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workingDirectory, Through the Same Boundary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from this Module’s code, calling ShellTools.RunCommand against a temporary console project.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one optional parameter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optional workspace-relative workingDirectory to RunCommand and resolve it through IWorkspace.ResolvePath — the same call read_file and write_file already make — before passing it to shell.RunAsync in place of workspace.Root.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6908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Omitting the parameter runs at the workspace root exactly as today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a subdirectory that exists runs the command there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outside the workspace is refused with the same OutsideWorkspace message a read or write would give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reference implementation ships later — Module 12 always calls run_command at the root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 clean build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785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succeeded.    0 Error(s)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8087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 dropped semicolon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156712"/>
            <a:ext cx="4690872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1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Program.cs(1,35): error CS1002: ; expected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FAILED.       1 Error(s)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6520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past its timeout ===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399999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'ping' did not finish within 1s and was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killed.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433019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 program that does not exist ===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638544" y="4678172"/>
            <a:ext cx="4690872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failed: An error occurred trying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start process 'this-program-does-not-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exist' ... cannot find the file specified.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throw becomes text, never an unhandled exception — through the full invoker chain exactly as Module 5a wired it.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2026-09-10T20:09:21Z</dcterms:created>
  <dcterms:modified xsi:type="dcterms:W3CDTF">2026-09-10T20:09:21Z</dcterms:modified>
</cp:coreProperties>
</file>