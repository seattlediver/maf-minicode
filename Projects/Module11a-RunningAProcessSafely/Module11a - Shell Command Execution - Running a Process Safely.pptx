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MiniCode can read a repository and edit it, but it has never been able to check whether an edit actually works. This Module gives it run_command: a tool that starts an external program directly, with no shell, an enforced timeout and captured output, so the agent can build what it changed. Module 11b decides which commands it is allowed to ask for; this one is only about running one without losing control of it. We start from the Module 10 folder. run_command is wrapped by Module 5a's InterceptedFunction like every read and write tool, with no special case for it, and Module 4's IWorkspace.Root is where every command runs. Setup: nothing to install. System.Diagnostics.Process is in the shared framework, so MiniCode.Infrastructure gets its first files here and still has zero package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that can only read has a small blast radius. A tool that can run any program does not. dotnet build and a destructive command are the same C# call away. 'Safely' in this Module's title is about the mechanics: no shell, a timeout, output you can actually read. It is not yet about which commands are allowed. What this Module deliberately does not do: run_command will run anything the model names, git push, a package install, a destructive command, whatever it asks for. Module 11b puts an allow list in front of it before Module 12 lets a loop call this unattended. IShellExecutor is the only thing that touches Process. Everything above it, ShellTools, the agent, the model, deals in ShellCommandResult, a plain record with no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shell means no shell injection. ProcessStartInfo.ArgumentList sends arguments to the operating system as a list, one slot each. There is no command-line string for a stray quote or &amp;&amp; to break out of, because a command-line string is never built in the first place. Building 'dotnet build ' plus user input would hand a shell metacharacter a place to hide. A list has no such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 that never finishes is a resource leak wearing a mask of patience. Every run gets a timeout. Running past it does not mean waiting forever: it means the process is killed and the tool says so in words the model can read and react to. The kill happens before either outcome is decided. A timed-out process does not get to keep running in the background just because MiniCode stopped waiting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out and being cancelled are different endings for the same race. A timeout is expected: the model asked for something too slow and gets a result back. Cancellation is the whole run being abandoned, and Module 5a's rule for that has not changed: it propagates, it does not turn into tool output. One CancellationTokenSource is built from the caller's token, with CancelAfter(timeout) layered on. If it fires because of the timeout, the external token is still live, so ThrowIfCancellationRequested does nothing and the method returns a timed-out result. If the caller's own token fired, that line throws and the run propagates: same value, same field, two different reasons to be cancelled. AIFunctionFactory binds CancellationToken parameters from the invocation itself and leaves them out of the JSON schema, so the model never sees cancellationToken as something it could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streams while the process is still running, not after it exits. A command that writes enough to stderr will block on a full pipe if nothing is draining it. Reading stdout and stderr concurrently, as two tasks running alongside the process, is what keeps a chatty command from deadlocking against its own output. Two ReadToEndAsync tasks are started before the process is awaited. Starting them after WaitForExitAsync completes risks a full pipe blocking the exit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runs in the workspace root, and the model cannot ask for another one. There is no path argument here to validate: the safety property is that there is no path input at all yet. The result reads exit code, stdout, then stderr, in that order, with a timeout message replacing all three when it applies. The model reads top to bottom, and the fact that changes its next move, did it succeed, comes first. A private Append helper caps stdout and stderr at 4,000 characters each with a truncation notice: the same idea as the entry cap in list_files and search_files, applied to process output. ToolCatalog gains a fifth constructor parameter, IShellExecutor shell, builds a ShellTools, and registers run_command through the same private Intercept as every other tool. CodingAgentFactory constructs one ShellExecutor and passes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an optional workspace-relative workingDirectory parameter to RunCommand, in src/MiniCode.Tools/ShellTools.cs. Resolve it through IWorkspace.ResolvePath, the same call read_file and write_file already make, before passing it to shell.RunAsync in place of workspace.Root. Acceptance criteria: omitting the parameter runs at the workspace root exactly as today; passing a subdirectory that exists runs the command there; passing a path outside the workspace is refused with the same OutsideWorkspace message a read or write would give, because it goes through the identical boundary. No reference implementation ships in a later Module folder: Module 12 always calls run_command at the root, so this parameter is never exercised by the course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code, calling ShellTools.RunCommand against a temporary console project. It is trimmed for the slide: the clean build is left out, the failed build's blank lines, repeated error line and warning count are cut where the dots are, and the last message is wrapped onto three lines. The Lab's scenario: a dropped semicolon in Program.cs, then dotnet build again. The path prefix is trimmed for space; the line, column and message are exactly what dotnet build printed. Next, a command that runs past its timeout: ping minus n 6 127.0.0.1, with timeoutSeconds 1. It did not finish within 1 second and was killed. And a program that does not exist, through the full invoker chain exactly as Module 5a wired it: a throw becomes text, never an unhandled exception. The exit code and both streams tell the model what happened; the timeout and the missing-program cases each say so in one plain sentence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In Module 11b, the second half of Module 11, an allow list sits in front of run_command, so dotnet build starts and everything else is refused before a process ever exists. In Module 12, the model chains build, search, read, edit and build again inside one request, with a guard that keeps the chain from spinning. In Module 13, dotnet test still runs through run_command, but its output is parsed into the summary and the failing tests instead of raw stdout. In Module 14, Git integration reuses IShellExecutor rather than adding a dependency. And in Module 15, a run_command call that is not a recognised build or test needs a human's approval. This ships in the Phase 3 Capstone, Autonomous Fixer, version 0.3, once Module 11b adds the allow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11A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Running a Process Safely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Shell Command Execution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Module10-SafeFileEditing/</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Module11a-RunningAProcessSafely/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Running a program with no shell in between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Enforcing a timeout, and killing what outruns it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timeout and a cancellation end differently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Draining stdout and stderr while the process runs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Shaping exit code and output for the model</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11a — Running a Process Safely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"safely" means in this Module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run_command</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Can run any program. dotnet build and a destructive command are the same C# call away.</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 shell</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Arguments go to the OS as a list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 timeout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Outrun it and the process is killed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Readable output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Exit code, stdout and stderr, capped</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Which commands may run is Module 11b's question, answered before Module 12 runs this unattended.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 shell means no shell injection</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command-line string</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"dotnet build " + userInput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stray quote or &amp;&amp; can break out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shell metacharacter has a place to hide</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ProcessStartInfo.ArgumentList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slot per argument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Sent to the OS as a list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string is ever built to break out of</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UseShellExecute = false: the program starts directly.</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50" b="1" dirty="0">
                <a:solidFill>
                  <a:srgbClr val="1F2937"/>
                </a:solidFill>
                <a:latin typeface="Cambria" pitchFamily="34" charset="0"/>
                <a:ea typeface="Cambria" pitchFamily="34" charset="-122"/>
                <a:cs typeface="Cambria" pitchFamily="34" charset="-120"/>
              </a:rPr>
              <a:t>A process that never finishes is a resource leak</a:t>
            </a:r>
            <a:endParaRPr lang="en-US" sz="255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Start</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run gets a timeout</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Timeout fires</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wait is cancelled, not extended</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Kill the tree</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process does not keep running in the background</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Say so</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"did not finish within 1s and was killed"</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Running past the timeout never means waiting forever.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Timing out and being cancelled end differently</a:t>
            </a:r>
            <a:endParaRPr lang="en-US" sz="27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timeout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Expected: the model asked for something slow</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a timed-out result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reads it and reacts</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cancellation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whole run is abandoned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Propagates, as Module 5a's rule says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Never turns into tool output</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linked token source tells them apart: the caller's token is still live after a timeout.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Read both streams while the process is still running</a:t>
            </a:r>
            <a:endParaRPr lang="en-US" sz="235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Process starts</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stdout and stderr are both redirected</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Two read tasks</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Started before anything waits on the exit</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Then the wait</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chatty command cannot block on a full pipe</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Read after the exit, and enough stderr can deadlock a command against its own output.</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One place to run, and a result the model can read</a:t>
            </a:r>
            <a:endParaRPr lang="en-US" sz="25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Workspace root</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path argument yet, so nothing to validate</a:t>
            </a:r>
            <a:endParaRPr lang="en-US" sz="1200" dirty="0"/>
          </a:p>
        </p:txBody>
      </p:sp>
      <p:sp>
        <p:nvSpPr>
          <p:cNvPr id="9" name="Shape 6"/>
          <p:cNvSpPr/>
          <p:nvPr/>
        </p:nvSpPr>
        <p:spPr>
          <a:xfrm>
            <a:off x="3291840" y="1371600"/>
            <a:ext cx="2560320" cy="1737360"/>
          </a:xfrm>
          <a:prstGeom prst="roundRect">
            <a:avLst>
              <a:gd name="adj" fmla="val 4211"/>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Exit code first</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Did it succeed comes before stdout, then stderr</a:t>
            </a:r>
            <a:endParaRPr lang="en-US" sz="1200" dirty="0"/>
          </a:p>
        </p:txBody>
      </p:sp>
      <p:sp>
        <p:nvSpPr>
          <p:cNvPr id="14" name="Shape 10"/>
          <p:cNvSpPr/>
          <p:nvPr/>
        </p:nvSpPr>
        <p:spPr>
          <a:xfrm>
            <a:off x="6126480" y="1371600"/>
            <a:ext cx="256032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4,000 characters</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stream capped, with a truncation notice</a:t>
            </a:r>
            <a:endParaRPr lang="en-US" sz="1200" dirty="0"/>
          </a:p>
        </p:txBody>
      </p:sp>
      <p:sp>
        <p:nvSpPr>
          <p:cNvPr id="19" name="Text 1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20" name="Text 1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Let a command run in a subdirectory</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an optional workspace-relative workingDirectory parameter to RunCommand, resolved through IWorkspace.ResolvePath before it reaches shell.RunAsync.</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src/MiniCode.Tools/ShellTools.cs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Omitting it runs at the workspace root, exactly as today</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subdirectory that exists runs the command there</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path outside the workspace gets the same OutsideWorkspace refusal as a read or write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No reference implementation ships in a later Module folder</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A dropped semicolon, a timeout, a missing program</a:t>
            </a:r>
            <a:endParaRPr lang="en-US" sz="25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FF9B9B"/>
                </a:solidFill>
                <a:latin typeface="Courier New" pitchFamily="34" charset="0"/>
                <a:ea typeface="Courier New" pitchFamily="34" charset="-122"/>
                <a:cs typeface="Courier New" pitchFamily="34" charset="-120"/>
              </a:rPr>
              <a:t>Exit code 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Determining projects to restore...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All projects are up-to-date for restore.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Program.cs(1,35): error CS1002: ; expected [...\Shop.csproj]</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Build FAILED.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1 Error(s)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'ping' did not finish within 1s and was killed.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run_command failed: An error occurred trying to start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process 'this-program-does-not-exist' with working</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directory '...'. The system cannot find the file specified.</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Exit code 1</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compiler's own line, column and message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Timed out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plain sentence, process killed</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Missing program</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throw became text, never an unhandled exception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11a — Running a Process Safely</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run_command runs anything</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11b  </a:t>
            </a:r>
            <a:pPr indent="0" marL="0">
              <a:buNone/>
            </a:pPr>
            <a:r>
              <a:rPr lang="en-US" sz="1250" dirty="0">
                <a:solidFill>
                  <a:srgbClr val="FFFFFF"/>
                </a:solidFill>
                <a:latin typeface="Calibri" pitchFamily="34" charset="0"/>
                <a:ea typeface="Calibri" pitchFamily="34" charset="-122"/>
                <a:cs typeface="Calibri" pitchFamily="34" charset="-120"/>
              </a:rPr>
              <a:t>An allow list refuses a command before a process exists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agent can build its edits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12  </a:t>
            </a:r>
            <a:pPr indent="0" marL="0">
              <a:buNone/>
            </a:pPr>
            <a:r>
              <a:rPr lang="en-US" sz="1250" dirty="0">
                <a:solidFill>
                  <a:srgbClr val="FFFFFF"/>
                </a:solidFill>
                <a:latin typeface="Calibri" pitchFamily="34" charset="0"/>
                <a:ea typeface="Calibri" pitchFamily="34" charset="-122"/>
                <a:cs typeface="Calibri" pitchFamily="34" charset="-120"/>
              </a:rPr>
              <a:t>The model chains build, edit and build again, under a loop guard</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dotnet test as raw stdout</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13  </a:t>
            </a:r>
            <a:pPr indent="0" marL="0">
              <a:buNone/>
            </a:pPr>
            <a:r>
              <a:rPr lang="en-US" sz="1250" dirty="0">
                <a:solidFill>
                  <a:srgbClr val="FFFFFF"/>
                </a:solidFill>
                <a:latin typeface="Calibri" pitchFamily="34" charset="0"/>
                <a:ea typeface="Calibri" pitchFamily="34" charset="-122"/>
                <a:cs typeface="Calibri" pitchFamily="34" charset="-120"/>
              </a:rPr>
              <a:t>Test output is parsed into the summary and the failing tests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IShellExecutor runs processes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14  </a:t>
            </a:r>
            <a:pPr indent="0" marL="0">
              <a:buNone/>
            </a:pPr>
            <a:r>
              <a:rPr lang="en-US" sz="1250" dirty="0">
                <a:solidFill>
                  <a:srgbClr val="FFFFFF"/>
                </a:solidFill>
                <a:latin typeface="Calibri" pitchFamily="34" charset="0"/>
                <a:ea typeface="Calibri" pitchFamily="34" charset="-122"/>
                <a:cs typeface="Calibri" pitchFamily="34" charset="-120"/>
              </a:rPr>
              <a:t>GitClient reuses it for git status, diff and log</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human in the loop</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An unrecognised run_command needs approval first</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3 Capstone — Autonomous Fixer (v0.3)</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11a — Running a Process Safely</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11a — Shell Command Execution: Running a Process Safely</dc:title>
  <dc:subject>PptxGenJS Presentation</dc:subject>
  <dc:creator>MiniCode Course</dc:creator>
  <cp:lastModifiedBy>MiniCode Course</cp:lastModifiedBy>
  <cp:revision>1</cp:revision>
  <dcterms:created xsi:type="dcterms:W3CDTF">2026-10-01T22:01:13Z</dcterms:created>
  <dcterms:modified xsi:type="dcterms:W3CDTF">2026-10-01T22:01:13Z</dcterms:modified>
</cp:coreProperties>
</file>