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MiniCode is finished. This Module adds no capability. It takes v0.4 into a repository that knows nothing about this course, gives it one sentence of English, and watches it inspect, plan, edit, build, test, diagnose, repair and report on its own. The version moves to 1.0 because the tool is done, not because anything new was written. We start from the Phase 4 Capstone folder. This is the course capstone; nothing follows it, and it feeds no Phase Capstone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package, no new environment variable, no new project. You need a small .NET solution to point MiniCode at that is not MiniCode, and it must be a Git repository, because three of the eleven tools are Git tools and git diff is step fourteen. Create it anywhere outside the course repository, then git init and commit it. Two production files, Customer and CustomerService, a tests/CustomerPortal.Tests project referencing CustomerPortal.Core with one passing check, and a CustomerPortal.slnx covering both. The sample is deliberately small and deliberately ordinary; nothing about it is tuned for the agent. Two details the sample needs, or /test will not reproduce the captures: the test project uses xunit.v3 4.0.0 with OutputType Exe and no Microsoft.NET.Test.Sdk, and the sample's root needs a global.json selecting the Microsoft.Testing.Platform runner, because without it the .NET 10 SDK refuses the run with an MTP-versus-VSTest error. CustomerService.Create accepts a null email: that is the defect the assignment describes, and the compiler is happy with it. Run MiniCode from the sample's directory, not from the course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capstone is a claim, and the claim is testable. Every Module so far was verified against its own topic list. This one is verified against a sentence a developer would actually type. Either the tool completes the task without being told which files to open, or it does not. No new code is the result, not a shortcut. Eleven tools have accumulated across eighteen Modules, each added for its own reason. The capstone asks whether they compose into an agent, and composition is something you demonstrate, not something you implement. The only code change is the version: MiniCodeVersion.Current moves to 1.0 and the package version in MiniCode.Cli.csproj from 0.4.0 to 1.0.0. That is the entire diff against the Phase 4 Capstone, and the last time either literal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Intelligence is centralised; capability is not. There is one MAF agent. It decides. Every irreversible thing it can do lives in deterministic C#: a path boundary, a fixed command allow list, an approval prompt, an edit that refuses a stale fingerprint. The model chooses what; the C# decides whether.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fifteen steps are eleven tools. The assignment reads as a long procedure. It is not a pipeline anyone wrote; it is what the model does with the tools it was handed, and every step maps onto something that already ships. Step 1, inspect the repository: describe_repository and list_files. Steps 2 to 4, locate CustomerService, Customer and the tests: search_files and read_file. Step 5, decide the change: the plan, from PlanAsync. Steps 6 and 7, modify production code and add a test: edit_file and write_file. Steps 8 and 9, build and fix compilation errors: run_command dotnet build. Steps 10 to 13, test, diagnose, correct, re-test: run_command dotnet test and edit_file. Step 14, inspect the change: git_diff. Step 15, explain what was done: the model's own words. Search before read is what makes step 2 possible. The agent is never told where CustomerService lives. search_files returns path:line: text, so one call turns a type name into a file path without reading anything, which is the whole reason Module 8a put search ahead of read in the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repair loop is the interesting part. Steps 10 to 13 are a cycle, not a line. dotnet test fails, TestOutputParser reduces the output to a summary plus the failing tests only, the model reads the assertion message, edits, runs again. Module 13 built that; the capstone is where it earns its place, because a first attempt that compiles and passes is the exception. This is step 10, the moment the repair loop starts: the new test is in place and the validation is not. The passing test is not named. That assertion message, the expected type and the line number are everything the model needs for steps 11 and 12; it never sees the passing test. The failing test's name is wrapped across two lines here, and the stack line's method name is shortened with an ellipsis.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v1.0 is: a coding agent you install once and run anywhere. It reads and writes inside a workspace boundary, runs five allow-listed commands, uses Git, plans before acting, asks before changing anything, answers eleven slash commands, writes a full stderr trace, and completes a real development task from one sentence. What v1.0 is not: one agent, one session, one workspace, with no sub-agents, no parallel tool calls and no persistence across restarts. Context is managed by search-and-summarise, not embeddings. The trace is text on stderr, with no structured events and no OpenTelemetry. And TaskPlan's state machine, WithState, Current, IsComplete and Revise, is still called from nowhere in src. The Phase 4 Capstone made driving it an exercise with no reference implementation, and shipping 1.0 does not change that. Twice-promised and undelivered would be worse than named and left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One: the second scenario in the assignment. Commit the completed change, then break it deliberately: invert the validation, or delete the null check while leaving the test in place. Give MiniCode nothing but: The CustomerService tests are failing. Find the problem and fix it. Acceptance criteria: the agent runs dotnet test without being asked to; it names the failing test and the file it is asserting against before editing anything; it edits production code rather than deleting or weakening the test; dotnet test passes afterwards; and /diff shows a change confined to CustomerService.cs. If it edits the test instead of the code, that is a finding about the instructions in AgentInstructions.cs, not a bug; say what you would add to them. Exercise Two: drive the plan. Still open, still unimplemented, still the most valuable thing left in the solution. Make RunStreamingAsync advance the plan it was given: mark a step Complete as the model finishes it, and use TaskPlan.Revise when the model's actual course diverges. Acceptance criteria: /status after a turn shows which steps completed; a plan whose steps all complete reports IsComplete; revising never renumbers or removes a step already shown to the operator; TaskPlan stays immutable, so each change produces a new instance. The acceptance criteria are the specification: there is no later Module, and no reference implementation exists. Exercise One's work is in the sample repository and AgentInstructions.cs; Exercise Two's is in CodingAgent.cs.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exact about what produced these. Every capture is real terminal output from this Module's own folder, run against the sample repository. What is not here is the model's own narration, the Planning: lines, the tool-call announcements and the closing explanation, because producing those requires a live OpenAI call, and no request was sent to OpenAI for any capture. The captures are the deterministic half: the banner, the eleven-command help, and the build/test/diff cycle that steps 8 to 14 drive, each produced by MiniCode's own tools. The v1.0 banner and the /help listing are shown in the lesson but not on this slide. Steps 8 and 13, after the guard clause lands: /build reports 0 warnings and 0 errors, and /test passes both tests. Step 14, /diff, adds an IsNullOrWhiteSpace check on email that throws ArgumentException, 'A customer requires an email address.'; the real output has a second hunk on the test file, omitted because no test code appears in this course. The trace's git_diff result line is shortened with an ellipsis. That is MiniCode v1.0: 57 C# files across five projects, 2,346 lines, eleven tools, eleven slash commands, one agent, finding a defect in a repository it had never seen, fixing it, and proving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deck, so the summary points back rather than forward. Step 2 works because Module 8a put search ahead of read. The task finishes because Module 13's TestOutputParser hands the model only what failed. Everything irreversible is decided in C#: the boundary from Module 4, the fingerprint from Module 10, the allow list from Module 11b and the approval prompt from Module 15. The slash commands from Module 16a and the trace from Module 17 are how a developer checks the agent's work. The plan state machine is still open as Exercise Two. And the one-agent design is deliberate: manager agents, reviewer agents, agent-to-agent communication and multi-agent workflows belong in a subsequent advanced MAF course, per the syllabus Scope Boundary. Persistence across restarts, embeddings and OpenTelemetry are also not part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19  ·  PHASE 5</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Capstone Project</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MiniCode v1.0: the same code, declared finished</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Phase4-Capstone-DeveloperCli/</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Module19-CapstoneProject/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capstone is a claim you can test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Where the intelligence lives, and where the capability lives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fifteen steps turn out to be eleven tools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repair loop that lets the task finish</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v1.0 is, and what it still is not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19 — Capstone Project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repository that is not MiniCode</a:t>
            </a:r>
            <a:endParaRPr lang="en-US" sz="2800" dirty="0"/>
          </a:p>
        </p:txBody>
      </p:sp>
      <p:sp>
        <p:nvSpPr>
          <p:cNvPr id="4" name="Shape 2"/>
          <p:cNvSpPr/>
          <p:nvPr/>
        </p:nvSpPr>
        <p:spPr>
          <a:xfrm>
            <a:off x="457200" y="1371600"/>
            <a:ext cx="2560320" cy="1737360"/>
          </a:xfrm>
          <a:prstGeom prst="roundRect">
            <a:avLst>
              <a:gd name="adj" fmla="val 4211"/>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CustomerPortal</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Two projects, a record and a service, one passing test</a:t>
            </a:r>
            <a:endParaRPr lang="en-US" sz="1200" dirty="0"/>
          </a:p>
        </p:txBody>
      </p:sp>
      <p:sp>
        <p:nvSpPr>
          <p:cNvPr id="9" name="Shape 6"/>
          <p:cNvSpPr/>
          <p:nvPr/>
        </p:nvSpPr>
        <p:spPr>
          <a:xfrm>
            <a:off x="3291840" y="1371600"/>
            <a:ext cx="256032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A Git repository</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git init and commit: step 14 is git diff</a:t>
            </a:r>
            <a:endParaRPr lang="en-US" sz="1200" dirty="0"/>
          </a:p>
        </p:txBody>
      </p:sp>
      <p:sp>
        <p:nvSpPr>
          <p:cNvPr id="14" name="Shape 10"/>
          <p:cNvSpPr/>
          <p:nvPr/>
        </p:nvSpPr>
        <p:spPr>
          <a:xfrm>
            <a:off x="6126480" y="1371600"/>
            <a:ext cx="2560320" cy="1737360"/>
          </a:xfrm>
          <a:prstGeom prst="roundRect">
            <a:avLst>
              <a:gd name="adj" fmla="val 4211"/>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The test runner</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xunit.v3 4.0.0, and a global.json selecting Microsoft.Testing.Platform</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new package, no new environment variable, no new project.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19 — Capstone Project</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50" b="1" dirty="0">
                <a:solidFill>
                  <a:srgbClr val="1F2937"/>
                </a:solidFill>
                <a:latin typeface="Cambria" pitchFamily="34" charset="0"/>
                <a:ea typeface="Cambria" pitchFamily="34" charset="-122"/>
                <a:cs typeface="Cambria" pitchFamily="34" charset="-120"/>
              </a:rPr>
              <a:t>A capstone is a claim, and the claim is testable</a:t>
            </a:r>
            <a:endParaRPr lang="en-US" sz="255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Every Module so far</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Verified against its own topic list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tool added for its own reason</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This Module</a:t>
            </a:r>
            <a:endParaRPr lang="en-US" sz="1700" dirty="0"/>
          </a:p>
        </p:txBody>
      </p:sp>
      <p:sp>
        <p:nvSpPr>
          <p:cNvPr id="13" name="Text 9"/>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Verified against one sentence a developer types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new code: composition is demonstrated</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Either it finishes without being told which files to open, or it does not.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19 — Capstone Project</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Intelligence is centralised; capability is not</a:t>
            </a:r>
            <a:endParaRPr lang="en-US" sz="27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One MAF agent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model chooses what. The C# decides whether.</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Path boundary</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Module 4: no path outside the workspace</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Fingerprint</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Module 10: an edit of a stale file is refused</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Allow list</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Module 11b: a fixed set of commands</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Approval</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Module 15: a human says yes first</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19 — Capstone Project</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fifteen steps are eleven tools</a:t>
            </a:r>
            <a:endParaRPr lang="en-US" sz="2800" dirty="0"/>
          </a:p>
        </p:txBody>
      </p:sp>
      <p:sp>
        <p:nvSpPr>
          <p:cNvPr id="4" name="Shape 2"/>
          <p:cNvSpPr/>
          <p:nvPr/>
        </p:nvSpPr>
        <p:spPr>
          <a:xfrm>
            <a:off x="457200" y="1417320"/>
            <a:ext cx="1367942" cy="24140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Inspect, locate</a:t>
            </a:r>
            <a:endParaRPr lang="en-US" sz="1400" dirty="0"/>
          </a:p>
        </p:txBody>
      </p:sp>
      <p:sp>
        <p:nvSpPr>
          <p:cNvPr id="8" name="Text 5"/>
          <p:cNvSpPr txBox="1"/>
          <p:nvPr/>
        </p:nvSpPr>
        <p:spPr>
          <a:xfrm>
            <a:off x="640080" y="28346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Steps 1–4: describe, list, search, read</a:t>
            </a:r>
            <a:endParaRPr lang="en-US" sz="1200" dirty="0"/>
          </a:p>
        </p:txBody>
      </p:sp>
      <p:sp>
        <p:nvSpPr>
          <p:cNvPr id="9" name="Shape 6"/>
          <p:cNvSpPr/>
          <p:nvPr/>
        </p:nvSpPr>
        <p:spPr>
          <a:xfrm>
            <a:off x="1889150" y="25146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4140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Decide</a:t>
            </a:r>
            <a:endParaRPr lang="en-US" sz="1500" dirty="0"/>
          </a:p>
        </p:txBody>
      </p:sp>
      <p:sp>
        <p:nvSpPr>
          <p:cNvPr id="14" name="Text 10"/>
          <p:cNvSpPr txBox="1"/>
          <p:nvPr/>
        </p:nvSpPr>
        <p:spPr>
          <a:xfrm>
            <a:off x="2355494" y="28346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 5: the plan, from PlanAsync</a:t>
            </a:r>
            <a:endParaRPr lang="en-US" sz="1200" dirty="0"/>
          </a:p>
        </p:txBody>
      </p:sp>
      <p:sp>
        <p:nvSpPr>
          <p:cNvPr id="15" name="Shape 11"/>
          <p:cNvSpPr/>
          <p:nvPr/>
        </p:nvSpPr>
        <p:spPr>
          <a:xfrm>
            <a:off x="3604565" y="25146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4140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Change</a:t>
            </a:r>
            <a:endParaRPr lang="en-US" sz="1500" dirty="0"/>
          </a:p>
        </p:txBody>
      </p:sp>
      <p:sp>
        <p:nvSpPr>
          <p:cNvPr id="20" name="Text 15"/>
          <p:cNvSpPr txBox="1"/>
          <p:nvPr/>
        </p:nvSpPr>
        <p:spPr>
          <a:xfrm>
            <a:off x="4070909" y="28346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Steps 6–7: edit_file, write_file</a:t>
            </a:r>
            <a:endParaRPr lang="en-US" sz="1200" dirty="0"/>
          </a:p>
        </p:txBody>
      </p:sp>
      <p:sp>
        <p:nvSpPr>
          <p:cNvPr id="21" name="Shape 16"/>
          <p:cNvSpPr/>
          <p:nvPr/>
        </p:nvSpPr>
        <p:spPr>
          <a:xfrm>
            <a:off x="5319979" y="25146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414016"/>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Build, test</a:t>
            </a:r>
            <a:endParaRPr lang="en-US" sz="1500" dirty="0"/>
          </a:p>
        </p:txBody>
      </p:sp>
      <p:sp>
        <p:nvSpPr>
          <p:cNvPr id="26" name="Text 20"/>
          <p:cNvSpPr txBox="1"/>
          <p:nvPr/>
        </p:nvSpPr>
        <p:spPr>
          <a:xfrm>
            <a:off x="5786323" y="28346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Steps 8–13: run_command, edit again</a:t>
            </a:r>
            <a:endParaRPr lang="en-US" sz="1200" dirty="0"/>
          </a:p>
        </p:txBody>
      </p:sp>
      <p:sp>
        <p:nvSpPr>
          <p:cNvPr id="27" name="Shape 21"/>
          <p:cNvSpPr/>
          <p:nvPr/>
        </p:nvSpPr>
        <p:spPr>
          <a:xfrm>
            <a:off x="7035394" y="25146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4140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Report</a:t>
            </a:r>
            <a:endParaRPr lang="en-US" sz="1500" dirty="0"/>
          </a:p>
        </p:txBody>
      </p:sp>
      <p:sp>
        <p:nvSpPr>
          <p:cNvPr id="32" name="Text 25"/>
          <p:cNvSpPr txBox="1"/>
          <p:nvPr/>
        </p:nvSpPr>
        <p:spPr>
          <a:xfrm>
            <a:off x="7501738" y="28346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Steps 14–15: git_diff, then its own words</a:t>
            </a:r>
            <a:endParaRPr lang="en-US" sz="1200" dirty="0"/>
          </a:p>
        </p:txBody>
      </p:sp>
      <p:sp>
        <p:nvSpPr>
          <p:cNvPr id="33" name="Text 26"/>
          <p:cNvSpPr txBox="1"/>
          <p:nvPr/>
        </p:nvSpPr>
        <p:spPr>
          <a:xfrm>
            <a:off x="457200" y="41513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Step 2 works because search_files finds CustomerService without reading anything.</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19 — Capstone Project</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repair loop is the interesting part</a:t>
            </a:r>
            <a:endParaRPr lang="en-US" sz="2800" dirty="0"/>
          </a:p>
        </p:txBody>
      </p:sp>
      <p:sp>
        <p:nvSpPr>
          <p:cNvPr id="4" name="Shape 2"/>
          <p:cNvSpPr/>
          <p:nvPr/>
        </p:nvSpPr>
        <p:spPr>
          <a:xfrm>
            <a:off x="457200" y="1325880"/>
            <a:ext cx="5257800" cy="2651760"/>
          </a:xfrm>
          <a:prstGeom prst="roundRect">
            <a:avLst>
              <a:gd name="adj" fmla="val 2759"/>
            </a:avLst>
          </a:prstGeom>
          <a:solidFill>
            <a:srgbClr val="0F1420"/>
          </a:solidFill>
          <a:ln w="12700">
            <a:solidFill>
              <a:srgbClr val="0F1420"/>
            </a:solidFill>
            <a:prstDash val="solid"/>
          </a:ln>
        </p:spPr>
      </p:sp>
      <p:sp>
        <p:nvSpPr>
          <p:cNvPr id="5" name="Text 3"/>
          <p:cNvSpPr txBox="1"/>
          <p:nvPr/>
        </p:nvSpPr>
        <p:spPr>
          <a:xfrm>
            <a:off x="640080" y="1463040"/>
            <a:ext cx="4892040" cy="237744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&gt; /test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Exit code 2</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Test run summary: Failed!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total: 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failed: 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succeeded: 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failed CustomerPortal.Tests.CustomerServiceTests</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.Create_WithoutEmail_Throws (2ms)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Assert.Throws() Failure: No exception was thrown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Expected: typeof(System.ArgumentException)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at ... in ...\CustomerServiceTests.cs:24</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Reduced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TestOutputParser keeps the summary and the failures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Enough</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Assertion, expected type and line number</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cycle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edit, run again, until it passes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19 — Capstone Project</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v1.0 is, and what it is not</a:t>
            </a:r>
            <a:endParaRPr lang="en-US" sz="2800" dirty="0"/>
          </a:p>
        </p:txBody>
      </p:sp>
      <p:sp>
        <p:nvSpPr>
          <p:cNvPr id="4" name="Shape 2"/>
          <p:cNvSpPr/>
          <p:nvPr/>
        </p:nvSpPr>
        <p:spPr>
          <a:xfrm>
            <a:off x="457200" y="1371600"/>
            <a:ext cx="39319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16A34A"/>
          </a:solidFill>
          <a:ln w="12700">
            <a:solidFill>
              <a:srgbClr val="16A34A"/>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v1.0 is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Installed once, run anywhere, inside a boundary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Plans first, asks before it changes anything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Finishes a real task from one sentence</a:t>
            </a:r>
            <a:endParaRPr lang="en-US" sz="1300" dirty="0"/>
          </a:p>
        </p:txBody>
      </p:sp>
      <p:sp>
        <p:nvSpPr>
          <p:cNvPr id="9" name="Shape 6"/>
          <p:cNvSpPr/>
          <p:nvPr/>
        </p:nvSpPr>
        <p:spPr>
          <a:xfrm>
            <a:off x="4754880" y="1371600"/>
            <a:ext cx="3931920" cy="2103120"/>
          </a:xfrm>
          <a:prstGeom prst="roundRect">
            <a:avLst>
              <a:gd name="adj" fmla="val 3478"/>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v1.0 is not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More than one agent, session or workspace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Persistent, or embedding-based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Driving its plan: TaskPlan's states go unused</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Twice-promised and undelivered would be worse than named and left open.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19 — Capstone Project</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second scenario, then drive the plan</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One: commit the fix, break it, and say only "The CustomerService tests are failing. Find the problem and fix it." Two: make RunStreamingAsync advance its plan.</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src/MiniCode.Agent/CodingAgent.cs</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 runs dotnet test unasked, and names the failing test and its file first</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 fixes production code, not the test; dotnet test passes; /diff shows only CustomerService.cs</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/status shows completed steps, and an all-complete plan reports IsComplete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Revise never renumbers or removes a shown step, and TaskPlan stays immutable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19 — Capstone Project</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Green, and on the record</a:t>
            </a:r>
            <a:endParaRPr lang="en-US" sz="2800" dirty="0"/>
          </a:p>
        </p:txBody>
      </p:sp>
      <p:sp>
        <p:nvSpPr>
          <p:cNvPr id="4" name="Shape 2"/>
          <p:cNvSpPr/>
          <p:nvPr/>
        </p:nvSpPr>
        <p:spPr>
          <a:xfrm>
            <a:off x="457200" y="1325880"/>
            <a:ext cx="5257800" cy="2743200"/>
          </a:xfrm>
          <a:prstGeom prst="roundRect">
            <a:avLst>
              <a:gd name="adj" fmla="val 2667"/>
            </a:avLst>
          </a:prstGeom>
          <a:solidFill>
            <a:srgbClr val="0F1420"/>
          </a:solidFill>
          <a:ln w="12700">
            <a:solidFill>
              <a:srgbClr val="0F1420"/>
            </a:solidFill>
            <a:prstDash val="solid"/>
          </a:ln>
        </p:spPr>
      </p:sp>
      <p:sp>
        <p:nvSpPr>
          <p:cNvPr id="5" name="Text 3"/>
          <p:cNvSpPr txBox="1"/>
          <p:nvPr/>
        </p:nvSpPr>
        <p:spPr>
          <a:xfrm>
            <a:off x="640080" y="1463040"/>
            <a:ext cx="4892040" cy="246888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&gt; /test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Exit code 0</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Test run summary: Passed!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total: 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failed: 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succeeded: 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2&gt; trace.log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[Tool] run_command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[Result] Exit code 0 (3348ms)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[Tool] run_command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[Result] Exit code 0 (4685ms)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[Tool] git_diff</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[Result] diff --git a/src/CustomerPortal.Core/... (103ms)</a:t>
            </a:r>
            <a:endParaRPr lang="en-US" sz="1000" dirty="0"/>
          </a:p>
        </p:txBody>
      </p:sp>
      <p:sp>
        <p:nvSpPr>
          <p:cNvPr id="6" name="Shape 4"/>
          <p:cNvSpPr/>
          <p:nvPr/>
        </p:nvSpPr>
        <p:spPr>
          <a:xfrm>
            <a:off x="6035040" y="1325880"/>
            <a:ext cx="384048" cy="384048"/>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Green</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Build clean, both tests pass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One guard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/diff shows the email check in CustomerService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Recorded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trace.log is what actually ran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19 — Capstone Project</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Search before read</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8a  </a:t>
            </a:r>
            <a:pPr indent="0" marL="0">
              <a:buNone/>
            </a:pPr>
            <a:r>
              <a:rPr lang="en-US" sz="1250" dirty="0">
                <a:solidFill>
                  <a:srgbClr val="FFFFFF"/>
                </a:solidFill>
                <a:latin typeface="Calibri" pitchFamily="34" charset="0"/>
                <a:ea typeface="Calibri" pitchFamily="34" charset="-122"/>
                <a:cs typeface="Calibri" pitchFamily="34" charset="-120"/>
              </a:rPr>
              <a:t>Step 2 finds CustomerService without being told where it is</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repair loop</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13  </a:t>
            </a:r>
            <a:pPr indent="0" marL="0">
              <a:buNone/>
            </a:pPr>
            <a:r>
              <a:rPr lang="en-US" sz="1250" dirty="0">
                <a:solidFill>
                  <a:srgbClr val="FFFFFF"/>
                </a:solidFill>
                <a:latin typeface="Calibri" pitchFamily="34" charset="0"/>
                <a:ea typeface="Calibri" pitchFamily="34" charset="-122"/>
                <a:cs typeface="Calibri" pitchFamily="34" charset="-120"/>
              </a:rPr>
              <a:t>TestOutputParser hands the model only what failed</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 decides whether</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Modules 4 · 10 · 11b · 15  </a:t>
            </a:r>
            <a:pPr indent="0" marL="0">
              <a:buNone/>
            </a:pPr>
            <a:r>
              <a:rPr lang="en-US" sz="1250" dirty="0">
                <a:solidFill>
                  <a:srgbClr val="FFFFFF"/>
                </a:solidFill>
                <a:latin typeface="Calibri" pitchFamily="34" charset="0"/>
                <a:ea typeface="Calibri" pitchFamily="34" charset="-122"/>
                <a:cs typeface="Calibri" pitchFamily="34" charset="-120"/>
              </a:rPr>
              <a:t>Boundary, fingerprint, allow list, approval</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Eleven commands, one trace</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Modules 16a · 17  </a:t>
            </a:r>
            <a:pPr indent="0" marL="0">
              <a:buNone/>
            </a:pPr>
            <a:r>
              <a:rPr lang="en-US" sz="1250" dirty="0">
                <a:solidFill>
                  <a:srgbClr val="FFFFFF"/>
                </a:solidFill>
                <a:latin typeface="Calibri" pitchFamily="34" charset="0"/>
                <a:ea typeface="Calibri" pitchFamily="34" charset="-122"/>
                <a:cs typeface="Calibri" pitchFamily="34" charset="-120"/>
              </a:rPr>
              <a:t>/test, /diff and trace.log are how you check its work</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plan state machine</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Still open  </a:t>
            </a:r>
            <a:pPr indent="0" marL="0">
              <a:buNone/>
            </a:pPr>
            <a:r>
              <a:rPr lang="en-US" sz="1250" dirty="0">
                <a:solidFill>
                  <a:srgbClr val="FFFFFF"/>
                </a:solidFill>
                <a:latin typeface="Calibri" pitchFamily="34" charset="0"/>
                <a:ea typeface="Calibri" pitchFamily="34" charset="-122"/>
                <a:cs typeface="Calibri" pitchFamily="34" charset="-120"/>
              </a:rPr>
              <a:t>Exercise Two; no reference implementation exists</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agent, by design</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Next course  </a:t>
            </a:r>
            <a:pPr indent="0" marL="0">
              <a:buNone/>
            </a:pPr>
            <a:r>
              <a:rPr lang="en-US" sz="1250" dirty="0">
                <a:solidFill>
                  <a:srgbClr val="FFFFFF"/>
                </a:solidFill>
                <a:latin typeface="Calibri" pitchFamily="34" charset="0"/>
                <a:ea typeface="Calibri" pitchFamily="34" charset="-122"/>
                <a:cs typeface="Calibri" pitchFamily="34" charset="-120"/>
              </a:rPr>
              <a:t>Multi-agent orchestration, per the syllabus Scope Boundary</a:t>
            </a:r>
            <a:endParaRPr lang="en-US" sz="1250" dirty="0"/>
          </a:p>
        </p:txBody>
      </p:sp>
      <p:sp>
        <p:nvSpPr>
          <p:cNvPr id="28" name="Text 26"/>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MiniCode v1.0</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19 — Capstone Project</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19 — Capstone Project (v1.0)</dc:title>
  <dc:subject>PptxGenJS Presentation</dc:subject>
  <dc:creator>MiniCode Course</dc:creator>
  <cp:lastModifiedBy>MiniCode Course</cp:lastModifiedBy>
  <cp:revision>1</cp:revision>
  <dcterms:created xsi:type="dcterms:W3CDTF">2026-10-01T23:15:15Z</dcterms:created>
  <dcterms:modified xsi:type="dcterms:W3CDTF">2026-10-01T23:15:15Z</dcterms:modified>
</cp:coreProperties>
</file>