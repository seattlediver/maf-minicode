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MiniCode does anything to a repository, it says what it intends to do. We turn a request into a numbered plan the operator can read, track how far each step has got, and revise the plan when the repository turns out not to be what we assumed. Nothing is modified, and in Module 16b this becomes the /plan mode. We start from the Module 8b folder. Module 8b's WorkingState already keeps what was asked across a compaction; a plan is the structured version of that. Module 3's ICodingAgent grows one member here, PlanAsync. Setup: nothing new. This is the last Module of Phase 2, and it ships as part of the Phase 2 Capstone, Planning Agent, v0.2.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 is a promise you can check before it is kept. An agent that starts working and narrates as it goes gives you no moment to say 'no, not like that'. A plan moves that moment to the front, where it is cheap. In this Module the plan is shown inline in the chat loop: InteractiveCommandLoop calls PlanAsync before each turn, prints the plan and the notice, then answers as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is a separate call with no tools. The planning request is made with Tools = null and ToolMode = None, so the model physically cannot invoke anything while it is planning. It can only think and answer. Belt and braces: one says there is nothing to call, the other says do not try. Today MiniCode has no write tools anyway, so this costs nothing; from Module 10 it is the difference between showing a plan and quietly executing one. The prompt caps the plan at seven steps and tells the model to ask a question rather than guess when the request is too vague. A plan of twenty steps is not a plan; it is a transcript. Every plan is followed by one line: No files have been modified. Not because it is technically necessary, but because the operator should never have to wonder. NoChangesNotice is a constant on Planner, so the promise and the code that keeps it live in the same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states, and Blocked is the interesting one. Pending, in-progress and complete are bookkeeping. Blocked is the state that stops an agent inventing its way past a problem. It carries a note saying why, and the plan halts there rather than continuing to step four as though step three had worked. Current returns the first step that is not complete, including a blocked one, deliberately. The blocked step is where the plan currently stands, and hiding it would make the plan look like it was progressing.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identity is not task position. A step's Id is assigned once and never reused. That matters the moment a plan is revised: renumbering would make the operator's memory wrong, and would let a finished step silently become a different step. Revising keeps what is finished and replaces what is not. MiniCode discovers things: there is no cache layer, the class is in a different project, the tests do not compile. When that happens the remaining steps are wrong and the completed ones are still true. Revise encodes exactly that, so replanning cannot rewrite history the operator already watched happen. Revise computes the next id from the largest existing id plus one, not from the count. That is what produces 1, 2, 8, 9 and what stops a new step inheriting a finished step's number. This is real output from this Module's code: steps 3 through 7 were never done and are gone; steps 1 and 2 were done and keep their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immutable. Every change returns a new plan. A plan that was printed cannot become a different plan afterwards, which is what makes 'here is what I am going to do' mean anything. WithState rebuilds the list. That's cheap at seven steps, and it means no caller can hold a step and mutate it behind the plan's back. TaskPlan.None is used rather than null: a missing plan and an empty plan are the same thing to every caller, and one of them cannot throw.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Parsing is forgiving about prose and strict about steps. Models wrap lists in explanation. We take the numbered lines and ignore everything else, rather than demanding JSON and failing when a helpful sentence appears above it. Parse keeps lines matching a number followed by a dot or a closing parenthesis and then the title, and discards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make read-only structural rather than incidental. CreateAsync passes Tools = null at the call site, which works, and which the next person to add a parameter can silently undo. Write a ReadOnlyChatClient in src/MiniCode.Agent/ that wraps an IChatClient, clones whatever ChatOptions it is handed, forces Tools = null and ToolMode = ChatToolMode.None, and have Planner wrap its client in one. Acceptance criteria: a caller who passes options containing tools still gets a tool-free request; planning behaves identically otherwise. Test it by handing it an options object with a tool named write_file, a tool that does not exist yet and will in Module 10. Exercise two: let the operator drive the plan. Add commands to move a step: mark 3 in progress, mark 3 done, block 3 with a reason, and print the plan after each. Acceptance criteria: marking a step complete moves Current to the next incomplete step; blocking a step keeps it as Current and shows the reason; the plan is never mutated in place. The point is that TaskPlan's API is already enough to do it. Neither exercise has a reference implementation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 parsed out of a model reply that also contained prose, then tracked. This is real output from this Module's code. First the seven-step plan, from inspecting CustomerService to running the tests, with the notice under it. Then two steps done and one under way: current is 'Determine an appropriate cache lifetime', and complete is False. Steps 4 to 7 of the second listing are trimmed from the slide, and the 'complete: False' part of the last line is cut. The revised plan, the third block of the lesson's Expected Output, is on the 'Task identity is not task position'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In Module 16b, /plan runs the same PlanAsync on its own, with nothing after it. Module 16b's Reviewer is built exactly like Planner: one model call with no tools, aimed at a Git diff instead of a request. In Module 10 the write tools arrive, and the no-tools planning call is what keeps planning from quietly executing. The Phase 2 Capstone hands the repository's AGENTS.md conventions to the planner, which Module 9's own system prompt never saw. And in Module 19 the capstone run decides its change from the plan. One honest note: TaskPlan's state machine, WithState, Current, IsComplete and Revise, is never wired into the agent's loop in a later Module; Module 19 names that as still open. This ships in the Phase 2 Capstone, Planning Agent, version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9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Planning and Task State</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Say what you will do before you do it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Module08b-WorkingStateAndCompaction/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Module09-PlanningAndTaskState/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Turning a request into a numbered plan before anything happens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Planning in a model call that cannot use tools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Four task states, and why Blocked matters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Stable step ids, so revising never rewrites history</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Reading numbered steps out of a chatty reply</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9 — Planning and Task State</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plan is a promise you can check</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Narrate while working</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work starts at once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moment to say "not like that"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Objections arrive after the fact</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Plan first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steps come before any action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Saying no is cheap here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operator reads, then decides</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plan moves the moment to say no to the front, where it is cheap.</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Planning is a separate call with no tools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request</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Whatever the operator typed</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Planner</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Tools = null and ToolMode = None: it can only think</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Numbered plan</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At most seven steps</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notice</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"No files have been modified."</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guarantee nobody states is a guarantee nobody trusts.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Four states, and Blocked is the interesting one</a:t>
            </a:r>
            <a:endParaRPr lang="en-US" sz="2650" dirty="0"/>
          </a:p>
        </p:txBody>
      </p:sp>
      <p:sp>
        <p:nvSpPr>
          <p:cNvPr id="4" name="Shape 2"/>
          <p:cNvSpPr/>
          <p:nvPr/>
        </p:nvSpPr>
        <p:spPr>
          <a:xfrm>
            <a:off x="457200" y="1371600"/>
            <a:ext cx="185166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Pending</a:t>
            </a:r>
            <a:endParaRPr lang="en-US" sz="1500" dirty="0"/>
          </a:p>
        </p:txBody>
      </p:sp>
      <p:sp>
        <p:nvSpPr>
          <p:cNvPr id="8" name="Text 5"/>
          <p:cNvSpPr txBox="1"/>
          <p:nvPr/>
        </p:nvSpPr>
        <p:spPr>
          <a:xfrm>
            <a:off x="640080" y="2057400"/>
            <a:ext cx="148590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 ]  Not started</a:t>
            </a:r>
            <a:endParaRPr lang="en-US" sz="1200" dirty="0"/>
          </a:p>
        </p:txBody>
      </p:sp>
      <p:sp>
        <p:nvSpPr>
          <p:cNvPr id="9" name="Shape 6"/>
          <p:cNvSpPr/>
          <p:nvPr/>
        </p:nvSpPr>
        <p:spPr>
          <a:xfrm>
            <a:off x="2583180" y="1371600"/>
            <a:ext cx="185166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InProgress</a:t>
            </a:r>
            <a:endParaRPr lang="en-US" sz="1400" dirty="0"/>
          </a:p>
        </p:txBody>
      </p:sp>
      <p:sp>
        <p:nvSpPr>
          <p:cNvPr id="13" name="Text 9"/>
          <p:cNvSpPr txBox="1"/>
          <p:nvPr/>
        </p:nvSpPr>
        <p:spPr>
          <a:xfrm>
            <a:off x="2766060" y="2057400"/>
            <a:ext cx="148590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[&gt;]  Being worked on now</a:t>
            </a:r>
            <a:endParaRPr lang="en-US" sz="1200" dirty="0"/>
          </a:p>
        </p:txBody>
      </p:sp>
      <p:sp>
        <p:nvSpPr>
          <p:cNvPr id="14" name="Shape 10"/>
          <p:cNvSpPr/>
          <p:nvPr/>
        </p:nvSpPr>
        <p:spPr>
          <a:xfrm>
            <a:off x="4709160" y="1371600"/>
            <a:ext cx="185166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Complete</a:t>
            </a:r>
            <a:endParaRPr lang="en-US" sz="1500" dirty="0"/>
          </a:p>
        </p:txBody>
      </p:sp>
      <p:sp>
        <p:nvSpPr>
          <p:cNvPr id="18" name="Text 13"/>
          <p:cNvSpPr txBox="1"/>
          <p:nvPr/>
        </p:nvSpPr>
        <p:spPr>
          <a:xfrm>
            <a:off x="4892040" y="2057400"/>
            <a:ext cx="148590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[x]  Finished</a:t>
            </a:r>
            <a:endParaRPr lang="en-US" sz="1200" dirty="0"/>
          </a:p>
        </p:txBody>
      </p:sp>
      <p:sp>
        <p:nvSpPr>
          <p:cNvPr id="19" name="Shape 14"/>
          <p:cNvSpPr/>
          <p:nvPr/>
        </p:nvSpPr>
        <p:spPr>
          <a:xfrm>
            <a:off x="6835140" y="1371600"/>
            <a:ext cx="1851660" cy="1737360"/>
          </a:xfrm>
          <a:prstGeom prst="roundRect">
            <a:avLst>
              <a:gd name="adj" fmla="val 4211"/>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Blocked</a:t>
            </a:r>
            <a:endParaRPr lang="en-US" sz="1500" dirty="0"/>
          </a:p>
        </p:txBody>
      </p:sp>
      <p:sp>
        <p:nvSpPr>
          <p:cNvPr id="23" name="Text 17"/>
          <p:cNvSpPr txBox="1"/>
          <p:nvPr/>
        </p:nvSpPr>
        <p:spPr>
          <a:xfrm>
            <a:off x="7018020" y="2057400"/>
            <a:ext cx="148590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  Cannot proceed, and says why</a:t>
            </a:r>
            <a:endParaRPr lang="en-US" sz="1200" dirty="0"/>
          </a:p>
        </p:txBody>
      </p:sp>
      <p:sp>
        <p:nvSpPr>
          <p:cNvPr id="24" name="Text 18"/>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Blocked stops an agent inventing its way past a problem.</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Task identity is not task position</a:t>
            </a:r>
            <a:endParaRPr lang="en-US" sz="28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replanned after discovering there is no cache layer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1. [x] Inspect CustomerService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 [x] Identify existing caching infrastructure</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8. [ ] Add IMemoryCache to the DI container</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9. [ ] Modify the service</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10. [ ] Add tests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11. [ ] Build</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12. [ ] Test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Ids are never reused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gap from 2 to 8 is the point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Finished steps stay</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With the numbers the operator saw</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rest is replaced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Revise swaps only unfinished steps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plan is immutable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TaskPlan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change returns a new plan. A printed plan cannot become a different one.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WithState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Moves one step and returns a new plan</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Current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first step not complete, blocked ones included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TaskPlan.None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 plan yet, instead of null</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Immutability is what makes "here is what I am going to do" mean anything.</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Forgiving about prose, strict about steps</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Demand JSON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Models wrap lists in explanation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helpful sentence breaks parsing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plan fails for a courtesy</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Take the numbered lines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Lines like "1." or "2)" become steps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Everything else is ignored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Prose above the list costs nothing</a:t>
            </a:r>
            <a:endParaRPr lang="en-US" sz="13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Make read-only structural, then drive the plan</a:t>
            </a:r>
            <a:endParaRPr lang="en-US" sz="27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a ReadOnlyChatClient that forces Tools = null and ToolMode = None, wrapped around Planner's client. Two: commands to mark a step in progress, done or blocked.</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src/MiniCode.Agent/ReadOnlyChatClient.cs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Options containing a tool such as write_file still produce a tool-free request</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Planning behaves identically otherwise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Marking a step done moves Current to the next incomplete step</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Blocking keeps the step as Current with its reason, and the plan is never mutated in place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plan, then tracked</a:t>
            </a:r>
            <a:endParaRPr lang="en-US" sz="2800" dirty="0"/>
          </a:p>
        </p:txBody>
      </p:sp>
      <p:sp>
        <p:nvSpPr>
          <p:cNvPr id="4" name="Shape 2"/>
          <p:cNvSpPr/>
          <p:nvPr/>
        </p:nvSpPr>
        <p:spPr>
          <a:xfrm>
            <a:off x="457200" y="1325880"/>
            <a:ext cx="52578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4892040" cy="2971800"/>
          </a:xfrm>
          <a:prstGeom prst="rect">
            <a:avLst/>
          </a:prstGeom>
          <a:noFill/>
          <a:ln/>
        </p:spPr>
        <p:txBody>
          <a:bodyPr wrap="square" lIns="0" tIns="0" rIns="0" bIns="0" rtlCol="0" anchor="t"/>
          <a:lstStyle/>
          <a:p>
            <a:pPr indent="0" marL="0">
              <a:buNone/>
            </a:pPr>
            <a:r>
              <a:rPr lang="en-US" sz="1000" dirty="0">
                <a:solidFill>
                  <a:srgbClr val="9FE6B8"/>
                </a:solidFill>
                <a:latin typeface="Courier New" pitchFamily="34" charset="0"/>
                <a:ea typeface="Courier New" pitchFamily="34" charset="-122"/>
                <a:cs typeface="Courier New" pitchFamily="34" charset="-120"/>
              </a:rPr>
              <a:t>1. [ ] Inspect CustomerService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2. [ ] Identify existing caching infrastructure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3. [ ] Determine an appropriate cache lifetime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4. [ ] Modify the service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5. [ ] Add tests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6. [ ] Build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7. [ ] Test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No files have been modified.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1. [x] Inspect CustomerService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2. [x] Identify existing caching infrastructure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3. [&gt;] Determine an appropriate cache lifetime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current: Determine an appropriate cache lifetime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Seven steps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Parsed out of a reply that also held prose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notice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Under every plan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Two done, one under way</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Current points at step 3</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9 — Planning and Task State</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 before acting</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16b  </a:t>
            </a:r>
            <a:pPr indent="0" marL="0">
              <a:buNone/>
            </a:pPr>
            <a:r>
              <a:rPr lang="en-US" sz="1250" dirty="0">
                <a:solidFill>
                  <a:srgbClr val="FFFFFF"/>
                </a:solidFill>
                <a:latin typeface="Calibri" pitchFamily="34" charset="0"/>
                <a:ea typeface="Calibri" pitchFamily="34" charset="-122"/>
                <a:cs typeface="Calibri" pitchFamily="34" charset="-120"/>
              </a:rPr>
              <a:t>/plan runs the same PlanAsync on its own, with nothing after it</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model call with no tools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16b  </a:t>
            </a:r>
            <a:pPr indent="0" marL="0">
              <a:buNone/>
            </a:pPr>
            <a:r>
              <a:rPr lang="en-US" sz="1250" dirty="0">
                <a:solidFill>
                  <a:srgbClr val="FFFFFF"/>
                </a:solidFill>
                <a:latin typeface="Calibri" pitchFamily="34" charset="0"/>
                <a:ea typeface="Calibri" pitchFamily="34" charset="-122"/>
                <a:cs typeface="Calibri" pitchFamily="34" charset="-120"/>
              </a:rPr>
              <a:t>Reviewer is built the same way, to read a Git diff</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 null and ToolMode = None</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10  </a:t>
            </a:r>
            <a:pPr indent="0" marL="0">
              <a:buNone/>
            </a:pPr>
            <a:r>
              <a:rPr lang="en-US" sz="1250" dirty="0">
                <a:solidFill>
                  <a:srgbClr val="FFFFFF"/>
                </a:solidFill>
                <a:latin typeface="Calibri" pitchFamily="34" charset="0"/>
                <a:ea typeface="Calibri" pitchFamily="34" charset="-122"/>
                <a:cs typeface="Calibri" pitchFamily="34" charset="-120"/>
              </a:rPr>
              <a:t>Write tools arrive, and planning still cannot call them</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Planner's own system prompt</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2 Capstone  </a:t>
            </a:r>
            <a:pPr indent="0" marL="0">
              <a:buNone/>
            </a:pPr>
            <a:r>
              <a:rPr lang="en-US" sz="1250" dirty="0">
                <a:solidFill>
                  <a:srgbClr val="FFFFFF"/>
                </a:solidFill>
                <a:latin typeface="Calibri" pitchFamily="34" charset="0"/>
                <a:ea typeface="Calibri" pitchFamily="34" charset="-122"/>
                <a:cs typeface="Calibri" pitchFamily="34" charset="-120"/>
              </a:rPr>
              <a:t>The repository's conventions reach the planner too</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PlanAsync's plan</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The capstone run decides its change from the plan</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2 Capstone — Planning Agent (v0.2)</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9 — Planning and Task State</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9 — Planning and Task State</dc:title>
  <dc:subject>PptxGenJS Presentation</dc:subject>
  <dc:creator>MiniCode Course</dc:creator>
  <cp:lastModifiedBy>MiniCode Course</cp:lastModifiedBy>
  <cp:revision>1</cp:revision>
  <dcterms:created xsi:type="dcterms:W3CDTF">2026-10-01T23:15:06Z</dcterms:created>
  <dcterms:modified xsi:type="dcterms:W3CDTF">2026-10-01T23:15:06Z</dcterms:modified>
</cp:coreProperties>
</file>