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Ships as part of Phase 1 Capstone — Repository Explorer (v0.1). Currency note: tools are built with AIFunctionFactory.Create, which reads the method signature and its description to produce the JSON schema the model sees. AIFunction.InvokeAsync is not virtual — the extension point is protected virtual InvokeCoreAsync, and Microsoft.Extensions.AI ships a concrete DelegatingAIFunction to derive from. Also note ChatClientAgent wires up function invocation itself: you do not need UseFunctionInvocation().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Module is that Module 15 becomes new ApprovalToolInvoker(new DirectToolInvoker(), …) and nothing else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7: workspace_root is a real tool with one job. It exists so you can watch a tool call happen end to end — and because its description is where the model is told that every other path is relative.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acceptance criterion is the real lesson: you added cross-cutting behaviour to every tool in the system without opening a single tool. Module 15 does the same with an approval prompt, Module 17 with tracing.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· PHASE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Access: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Interception Point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give the agent its first tool — and, more importantly, we decide how every tool call will be dispatched for the rest of the course. Modules 15 and 17 both need to wrap every call the model makes.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Module04-BuildingTheWorkspaceSandbox/ — Module 4’s first exercise, wiring the root into startup, is delivered here.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new package, in MiniCode.Tools: Microsoft.Extensions.AI 10.9.0 — AIFunctionFactory, AIFunction, AITool, DelegatingAIFunction. Tool definitions are the Tools project’s job.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chokepoint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asks for a tool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InterceptedFunction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IToolInvoker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DirectToolInvoker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the real tool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42632" y="3264408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5" name="Text 13"/>
          <p:cNvSpPr txBox="1"/>
          <p:nvPr/>
        </p:nvSpPr>
        <p:spPr>
          <a:xfrm>
            <a:off x="7342632" y="3429000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15 adds approval here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17 adds tracing here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406908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right now, or reopen every tool file later.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Is a C# Method the Model Is Allowed to Call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Description Is Not Documentation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an ordinary method; AIFunctionFactory.Create turns it into an AIFunction by reading its parameters and the description you supply. That description is the model's only instruction on when and how to call the thing.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one produces a tool the model misuses.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Never Calls Your Code Directly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emits a request to call a named function. The framework matches the name, binds the arguments, invokes the function, and feeds the return value back into the conversation as a result the model then reasons about.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precisely why there is a place to stand in between.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Chokepoint, and Why It Has to Live in the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Naive Approach Fails, and It Fails Silently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each tool asks for approval itself, approval is only as good as the least careful tool author — and adding logging means editing every file again.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chokepoint is worth arranging before there are tools to retrofit.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MAF Does Not Call Us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calls the function object it was handed at agent-construction time. A gate placed anywhere else is a gate the framework routes around. So the interception has to live in the function object itself.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519379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Two Modules from now we will need to intervene in every call — for every tool,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including ones not written yet.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73227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15 puts a human in front of dangerous operations. Module 17 records what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happened. Both sit between "the model asked" and "the code ran".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Hook, and the One Rule It Comes With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DelegatingAIFunction Is Exactly That Hook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forwards the name, description and JSON schema to the function it wraps — so the model sees an identical tool — and leaves one method for us to override. Wrap every tool as it is created and there is no path that yields an unwrapped one.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chain has one link: DirectToolInvoker runs the tool. That is deliberately boring.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Interceptor Must Never Throw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return value goes into the model's context. With the framework's defaults, an escaping exception reaches the model as the bare string Error: Function failed. — and a few in a row end the run, so the agent loses its turn and learns nothing.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refusal has to be a sentence the model can act on. The one exception is cancellation: an abandoned run is not a tool failure.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Every Call Takes, Today and Forever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65960" y="1417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16712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514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34640" y="1581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emits a call to a named function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834640" y="1947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matches the name and binds the arguments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04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965960" y="2560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167128" y="277977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290779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834640" y="2724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InterceptedFunction.InvokeCoreAsync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3090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 MAF was handed at construction time — identical to the model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447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96596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167128" y="3922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144" y="405079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834640" y="3867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IToolInvoker.InvokeAsync(ToolInvocation, token)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2834640" y="4233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chokepoint; Module 15 and Module 17 wrap this, not any tool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852160" y="45902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1965960" y="4846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25" name="Shape 20"/>
          <p:cNvSpPr/>
          <p:nvPr/>
        </p:nvSpPr>
        <p:spPr>
          <a:xfrm>
            <a:off x="2167128" y="5065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144" y="5193792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834640" y="501091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DirectToolInvoker  →  the real tool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834640" y="53766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innermost invoker, where the never-throw rule is enforced rather than stated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Small Files, One of Them the Mechanism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src/MiniCode.Tools/ToolInvocation.cs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about-to-happen tool call, as data.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1610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record ToolInvocation(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AIFunction Function, AIFunctionArguments Arguments)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Name =&gt; Function.Name;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src/MiniCode.Tools/IToolInvoker.cs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25831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ValueTask&lt;object?&gt; InvokeAsync(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ToolInvocation invocation,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cancellationToken);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715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src/MiniCode.Tools/DirectToolInvoker.cs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405079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invocation.Function.InvokeAsync(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invocation.Arguments, cancellationToken);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81279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(OperationCanceledException) { throw;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(Exception ex)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$"{invocation.Name} failed: {ex.Message}";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src/MiniCode.Tools/InterceptedFunction.cs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20086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InterceptedFunction(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AIFunction innerFunction, IToolInvoker invoker)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DelegatingAIFunction(innerFunction)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618232"/>
            <a:ext cx="4690872" cy="113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protected override ValueTask&lt;object?&gt;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InvokeCoreAsync(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AIFunctionArguments arguments,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CancellationToken cancellationToken)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invoker.InvokeAsync(new ToolInvocation(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InnerFunction, arguments),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cancellationToken);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3685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3837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src/MiniCode.Tools/ToolCatalog.cs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41727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IReadOnlyList&lt;AITool&gt; GetTools()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Intercept(AIFunctionFactory.Create(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WorkspaceRoot, name: "workspace_root",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description: "Returns the absolute path ...")),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50871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AITool Intercept(AIFunction function)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=&gt; new InterceptedFunction(function, invoker);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root builds the catalog and passes the tools to ChatClientAgent.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Details That Make It Hold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ToolInvocation is deliberately thin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and its arguments. An interceptor that needed to know which tool it was gating is one you must update for every new tool.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is the inner, undecorated function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detail that prevents infinite recursion: pass the wrapper and the innermost invoker re-enters the chain forever.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DirectToolInvoker turns a throw into a sentence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tool's own bug becomes read_file failed: Access to the path is denied. — text the model can react to, rather than a dead turn.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Cancellation is re-thrown, not swallowed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 needs to tell "the user pressed Ctrl+C" apart from "the tool broke", and that distinction is made here.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InterceptedFunction overrides exactly one method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— name, description, schema — comes from the base class forwarding to the inner function.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ToolCatalog.Intercept is private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entry in GetTools() goes through it. That makes "no tool bypasses the chokepoint" a property of the code rather than a convention.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a Second Invoker and Compose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5A — GIVING THE AGENT READ ACCESS: THE INTERCEPTION POINT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CountingToolInvoker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another IToolInvoker, count the calls it sees, pass each through unchanged. Then build the catalog with new CountingToolInvoker(new DirectToolInvoker()) and print the count when the session ends.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70332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behaviour is identical — the wrapper changes nothing it can observe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MiniCode where it is working increments the count by exactly one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counting invoker does not throw, even if the inner one returns a failure sentence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file in MiniCode.Tools other than your new one and CodingAgentFactory changes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673352"/>
            <a:ext cx="4690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 --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D:\Repos\CustomerPortal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20289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D:\Repos\CustomerPortal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206752"/>
            <a:ext cx="4690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 Type 'exit' to quit.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Which repository are you working in?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5623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I'm working in D:\Repos\CustomerPortal.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27401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exit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interesting part is invisible: the model decided it needed a tool, emitted a call to workspace_root, and read the result back — through InterceptedFunction into DirectToolInvoker.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2026-09-10T19:51:27Z</dcterms:created>
  <dcterms:modified xsi:type="dcterms:W3CDTF">2026-09-10T19:51:27Z</dcterms:modified>
</cp:coreProperties>
</file>