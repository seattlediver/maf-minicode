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Module of Phase 3 — the Capstone follows. Ships as part of Phase 3 Capstone — Autonomous Fixer (v0.3). Module 11a’s run_command and ShellCommandResult, and Module 12’s loop and its addition to AgentInstructions.Core.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Lab itself needs a live OPENAI_API_KEY, since it is the model deciding what to search for and what to edit. What it produces is this Module's tool call composed with Module 10's edit_file and Module 12's loop: the condensed failure tells it which method and which line, search_files or a direct read_file on CalculatorTests.cs:9 finds Calculator.Subtract, edit_file corrects it, and run_command runs again to confirm — Exit code 0 where it was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550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· PHASE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39112"/>
            <a:ext cx="63093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Testing</a:t>
            </a:r>
            <a:endParaRPr lang="en-US" sz="3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Self-Correction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75888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test has run through run_command since Module 11a like any other command — raw stdout, truncated at 4,000 characters. A test run buries the one line that matters inside output that is mostly the runner announcing itself.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Module12-TheAutonomousCodingLoop/ — Module 6’s describe_repository already marks a project [test project].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new.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fix, rerun, confirm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Code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dotnet build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dotnet test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pass?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 -&gt; diagnose, modify,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06324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test again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31927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YES -&gt; finish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42632" y="3776472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7" name="Text 15"/>
          <p:cNvSpPr txBox="1"/>
          <p:nvPr/>
        </p:nvSpPr>
        <p:spPr>
          <a:xfrm>
            <a:off x="7342632" y="3941064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pass, 2 failed,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nothing ran at all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42632" y="4581144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line that matters easy to find.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Quiet on Success, Loud on Failure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Unit-Test Discovery Already Has an Answer; This Module Is Not It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marks a project [test project] the first time describe_repository runs. What was missing was never "does the model know tests exist".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"can it read what running them produced".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Runner Already Decided Which Lines Matter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run prints one line: Probe.dll (net10.0|x64) passed (596ms). A failing run itemizes every failure by name, with its assertion and a stack trace. Verified directly, not assumed.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does not have to find the failures — only keep those and drop the rest.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Exit Codes, and One Flag That Breaks Everything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Are Not the Ones a Build Uses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directly: 0 is a clean pass, 2 means one or more tests failed, and 5 means the test host never ran anything at all — a configuration problem, not a red test.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3FBFB0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--nologo Is That Configuration Problem, and It Is Real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629400" y="260604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test --nologo on this SDK reports Zero tests ran with exit code 5 — confirmed against this Module’s own toolchain. A model that picked up the habit from dotnet build --nologo in Module 11a would silently stop testing anything.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470916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77824" y="4965192"/>
            <a:ext cx="10405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instructions forbid it outright now — the new third of AgentInstructions.Core: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877824" y="5313172"/>
            <a:ext cx="10405872" cy="568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"Never pass --nologo to dotnet test: on this SDK it can report \"Zero tests ran\"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with exit code 5 instead of running anything. After fixing a failing test, run the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full test suite again, not just the one that was failing ..."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Keep, What to Drop, and What to Fall Back To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24028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2128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stack frame is the test; the rest is the framework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724912"/>
            <a:ext cx="2377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Assert.Equal() Failure, Expected, Actual, then one at line pointing at the test method and its source line. Everything after that is System.Reflection invoking the test — real, but not worth a token.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43400" y="201168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24028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177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2128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summary that cannot be built is not the same as an empty one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2724912"/>
            <a:ext cx="2377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syntax error inside the test project never reaches the test host — there is no Test run summary: line to find. Falling back to raw compiler output is the same instinct as Module 5b’s truncation notices: silence reads as "nothing happened".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38160" y="201168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224028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22128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 detection ships as an instruction, not a comparison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724912"/>
            <a:ext cx="2377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parser reports what just happened; it keeps no memory of the run before it. Treating a newly broken test as seriously as the one being fixed — by rerunning the whole suite — is behaviour asked of the model.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the Summary and Five Failures; Drop the Rest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src/MiniCode.Tools/TestOutputParser.cs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199593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const int MaxFailures = 5;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135632"/>
            <a:ext cx="4690872" cy="771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string[] lines = output.ReplaceLineEndings("\n")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.Split('\n');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(string line in lines)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trimmed = line.TrimStart();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834132"/>
            <a:ext cx="4690872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(line.StartsWith("Test run summary:")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trimmed.StartsWith("total:")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trimmed.StartsWith("failed:")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trimmed.StartsWith("succeeded:")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trimmed.StartsWith("error:"))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text.AppendLine(trimmed);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67233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81203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count up front, so the notice is exact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134612"/>
            <a:ext cx="4690872" cy="35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total = lines.Count(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=&gt; l.StartsWith("failed "));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414012"/>
            <a:ext cx="4690872" cy="35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...then per failure, print detail lines until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starts with "at ", then break: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876292"/>
            <a:ext cx="4690872" cy="492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(detail.StartsWith("at ",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StringComparison.Ordinal))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// the rest is framework noise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38544" y="1673352"/>
            <a:ext cx="4690872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src/MiniCode.Tools/ShellTools.cs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1995932"/>
            <a:ext cx="4690872" cy="35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text = new StringBuilder(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$"Exit code {result.ExitCode}");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2275332"/>
            <a:ext cx="4690872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string? summary = IsTestRun(command, args)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TestOutputParser.Summarize(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result.StandardOutput)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(!string.IsNullOrWhiteSpace(summary))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3113532"/>
            <a:ext cx="4690872" cy="492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 run that never reached the test host —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 compile error — has no summary to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extract; raw output is all that is useful.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3715512"/>
            <a:ext cx="4690872" cy="1051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text.Append(Environment.NewLine)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.Append(summary);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Append(text, result.StandardOutput);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4693412"/>
            <a:ext cx="4690872" cy="771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bool IsTestRun(string command,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string[] arguments) =&gt;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command.Equals("dotnet", OrdinalIgnoreCase)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arguments is [var sub, ..]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sub.Equals("test", OrdinalIgnoreCase);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run_command’s description gains one clause: "For dotnet test, the summary and failing tests are reported; passing tests are not listed by name."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Notes on a Parser With No Regex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IsTestRun checks the subcommand, not just the program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shape as Module 11b’s allow-list matching, spent here on a parsing decision instead of a permission one.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IsNullOrWhiteSpace covers two cases at once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test run at all (null), and a test run whose output had nothing to extract (empty). A compile error inside the test project is the second, and falls through to raw output.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regex anywhere in the parser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Line-prefix and substring checks only — the same style as every parser this course has written since FileSystemService.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inner loop stops at the first "at " line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frame is the test method; everything after it is System.Reflection invoking the test, which the model has never needed to see.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failure cap counts before it truncates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is computed once, up front, so the "... N more failing tests not shown." notice is exact even though the loop stops at five.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AgentInstructions.Core grows for the third time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7, then 12, now 13. No tool’s shape changed this Module — only what the model is told to do with output it can now actually read.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Relativize the Paths in the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from this Module’s code against a temporary xunit.v3 project with one failing test.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make the happy path frictionless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parser hands back at ... in C:\Repo\CalculatorTests.cs:9 — an absolute path, which ValidatePath refuses outright as NotRelative. In RunCommand, strip workspace.Root from both streams before parsing and normalize backslashes to forward slashes.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25196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inside the root appears relative, with forward slashes, in both build and test output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outside the root (a framework assembly) is left exactly as printed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containing no workspace path at all is unchanged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the failing run ===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465832"/>
            <a:ext cx="469087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2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run summary: Failed!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2   failed: 1   succeeded: 1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CalculatorTests.SubtractsTwoNumbers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Assert.Equal() Failure: Values differ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Expected: 1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Actual:   2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 CalculatorTests.SubtractsTwoNumbers()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in C:\...\CalculatorTests.cs:9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3837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the mistake this Module prevents ===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41727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5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run summary: Zero tests ran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44775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and after fixing Calculator.Subtract ===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481279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run summary: Passed!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2   failed: 0   succeeded: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2026-09-10T20:08:23Z</dcterms:created>
  <dcterms:modified xsi:type="dcterms:W3CDTF">2026-09-10T20:08:23Z</dcterms:modified>
</cp:coreProperties>
</file>