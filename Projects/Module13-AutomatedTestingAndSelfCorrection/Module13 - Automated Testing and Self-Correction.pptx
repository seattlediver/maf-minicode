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image" Target="../media/image-5-2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058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· PHASE 3 FINALE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7589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Testing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Self-Correction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run buries the one line that matters. This Module makes that line easy to find, and closes the loop.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38160" y="1280160"/>
            <a:ext cx="3383280" cy="4206240"/>
          </a:xfrm>
          <a:prstGeom prst="roundRect">
            <a:avLst>
              <a:gd name="adj" fmla="val 324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66760" y="15087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Modify Code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366760" y="1965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build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66760" y="24231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test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366760" y="2926080"/>
            <a:ext cx="292608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8366760" y="30632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 Pass?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66760" y="34290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 → diagnose → modify → test again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 → finish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366760" y="4251960"/>
            <a:ext cx="292608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8366760" y="43891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CalculatorTests.SubtractsTwoNumbers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66760" y="4846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Expected: 1  Actual: 2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Was Never "Does It Know Tests Exist"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8/icons/fla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8928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1737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 Already Has an Answer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68680" y="260604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marks a project [test project] the first time describe_repository runs. What was missing was never "does the model know tests exist" — it was "can it read what running them produced."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1" name="Image 1" descr="/home/claude/deck18/icons/volume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89280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17373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Quiet on Success, Loud on Failure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629400" y="260604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directly, not assumed. A passing run prints one line. A failing run itemizes every failure by name, with its assertion and a stack trace.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629400" y="4023360"/>
            <a:ext cx="4709160" cy="777240"/>
          </a:xfrm>
          <a:prstGeom prst="roundRect">
            <a:avLst>
              <a:gd name="adj" fmla="val 7059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812280" y="4023360"/>
            <a:ext cx="4389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Probe.dll (net10.0|x64) passed (596ms)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6629400" y="4937760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runner already decided which lines matter. Parsing only has to keep those and drop the rest.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Exit Codes Extend 11a’s Topic — New Numbers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39496" y="1371600"/>
            <a:ext cx="3520440" cy="1737360"/>
          </a:xfrm>
          <a:prstGeom prst="roundRect">
            <a:avLst>
              <a:gd name="adj" fmla="val 5263"/>
            </a:avLst>
          </a:prstGeom>
          <a:solidFill>
            <a:srgbClr val="141B49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9496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4ADE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22376" y="224028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34256" y="1371600"/>
            <a:ext cx="3520440" cy="1737360"/>
          </a:xfrm>
          <a:prstGeom prst="roundRect">
            <a:avLst>
              <a:gd name="adj" fmla="val 5263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34256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871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517136" y="224028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more tests failed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9016" y="1371600"/>
            <a:ext cx="3520440" cy="1737360"/>
          </a:xfrm>
          <a:prstGeom prst="roundRect">
            <a:avLst>
              <a:gd name="adj" fmla="val 5263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29016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871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8311896" y="2240280"/>
            <a:ext cx="3154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host never ran anything — a configuration problem, not a red test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" y="3383280"/>
            <a:ext cx="10515600" cy="2651760"/>
          </a:xfrm>
          <a:prstGeom prst="roundRect">
            <a:avLst>
              <a:gd name="adj" fmla="val 3448"/>
            </a:avLst>
          </a:prstGeom>
          <a:solidFill>
            <a:srgbClr val="F87171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7280" y="3657600"/>
            <a:ext cx="594360" cy="594360"/>
          </a:xfrm>
          <a:prstGeom prst="ellipse">
            <a:avLst/>
          </a:prstGeom>
          <a:solidFill>
            <a:srgbClr val="141B49"/>
          </a:solidFill>
          <a:ln/>
        </p:spPr>
      </p:sp>
      <p:pic>
        <p:nvPicPr>
          <p:cNvPr id="15" name="Image 0" descr="/home/claude/deck18/icons/b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3794760"/>
            <a:ext cx="320040" cy="32004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874520" y="3566160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--nologo is that configuration problem, and it is real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1874520" y="4160520"/>
            <a:ext cx="9052560" cy="640080"/>
          </a:xfrm>
          <a:prstGeom prst="roundRect">
            <a:avLst>
              <a:gd name="adj" fmla="val 7143"/>
            </a:avLst>
          </a:prstGeom>
          <a:solidFill>
            <a:srgbClr val="141B49"/>
          </a:solidFill>
          <a:ln/>
        </p:spPr>
      </p:sp>
      <p:sp>
        <p:nvSpPr>
          <p:cNvPr id="18" name="Text 15"/>
          <p:cNvSpPr/>
          <p:nvPr/>
        </p:nvSpPr>
        <p:spPr>
          <a:xfrm>
            <a:off x="2057400" y="416052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test --nologo  →  "Zero tests ran", exit code 5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1874520" y="49377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picked up the habit from dotnet build --nologo in Module 11a’s own lesson would silently stop testing anything. Instructions forbid it outright now.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Rules for What Gets Kept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39496" y="1508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795528" y="1764792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8/icons/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190195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1783080"/>
            <a:ext cx="4251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frame is the test; the rest is the framework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" y="256032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Assert.Equal() Failure, Expected, Actual, then one "at" line pointing at the test. Everything after is System.Reflection invoking the test — real, but not worth a token.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00216" y="1508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3FBFB0"/>
          </a:solidFill>
          <a:ln/>
        </p:spPr>
      </p:sp>
      <p:sp>
        <p:nvSpPr>
          <p:cNvPr id="10" name="Shape 7"/>
          <p:cNvSpPr/>
          <p:nvPr/>
        </p:nvSpPr>
        <p:spPr>
          <a:xfrm>
            <a:off x="6556248" y="176479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/home/claude/deck18/icons/eyeslas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90195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783080"/>
            <a:ext cx="4251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summary that can’t be built ≠ an empty one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74536" y="2560320"/>
            <a:ext cx="4800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syntax error in the test project never reaches the test host — no "Test run summary:" line exists. Falling back to raw compiler output beats silence, the same instinct as Module 5b’s truncation notices.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22960" y="4160520"/>
            <a:ext cx="10515600" cy="1508760"/>
          </a:xfrm>
          <a:prstGeom prst="roundRect">
            <a:avLst>
              <a:gd name="adj" fmla="val 6061"/>
            </a:avLst>
          </a:prstGeom>
          <a:solidFill>
            <a:srgbClr val="F4F6FB"/>
          </a:solidFill>
          <a:ln/>
        </p:spPr>
      </p:sp>
      <p:sp>
        <p:nvSpPr>
          <p:cNvPr id="15" name="Shape 11"/>
          <p:cNvSpPr/>
          <p:nvPr/>
        </p:nvSpPr>
        <p:spPr>
          <a:xfrm>
            <a:off x="1097280" y="4434840"/>
            <a:ext cx="594360" cy="5943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/home/claude/deck18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457200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315968"/>
            <a:ext cx="9052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Regression detection ships as an instruction, not a comparison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874520" y="4800600"/>
            <a:ext cx="9052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parser keeps no memory of the run before it. Rerunning the whole suite — not just the target — is behavior asked of the model, the way Module 12 asked it to rerun before declaring success.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Output to a Line Worth Reading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88920" y="1508760"/>
            <a:ext cx="658368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3017520" y="1677924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6" name="Image 0" descr="/home/claude/deck18/icons/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6392" y="179679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703320" y="1600200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dotnet test runs, prints raw stdout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3703320" y="1947672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quiet on pass, itemized on fail</a:t>
            </a:r>
            <a:endParaRPr lang="en-US" sz="1050" dirty="0"/>
          </a:p>
        </p:txBody>
      </p:sp>
      <p:pic>
        <p:nvPicPr>
          <p:cNvPr id="9" name="Image 1" descr="/home/claude/deck18/icons/arrowdow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0176" y="2322576"/>
            <a:ext cx="201168" cy="20116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88920" y="2523744"/>
            <a:ext cx="658368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1" name="Shape 7"/>
          <p:cNvSpPr/>
          <p:nvPr/>
        </p:nvSpPr>
        <p:spPr>
          <a:xfrm>
            <a:off x="3017520" y="2692908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2" name="Image 2" descr="/home/claude/deck18/icons/filt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2811780"/>
            <a:ext cx="201168" cy="20116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703320" y="2615184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IsTestRun checks command + subcommand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3703320" y="2962656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Module 11b’s allow-list match</a:t>
            </a:r>
            <a:endParaRPr lang="en-US" sz="1050" dirty="0"/>
          </a:p>
        </p:txBody>
      </p:sp>
      <p:pic>
        <p:nvPicPr>
          <p:cNvPr id="15" name="Image 3" descr="/home/claude/deck18/icons/arrowdow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3337560"/>
            <a:ext cx="201168" cy="20116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788920" y="3538728"/>
            <a:ext cx="658368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</p:sp>
      <p:sp>
        <p:nvSpPr>
          <p:cNvPr id="17" name="Shape 11"/>
          <p:cNvSpPr/>
          <p:nvPr/>
        </p:nvSpPr>
        <p:spPr>
          <a:xfrm>
            <a:off x="3017520" y="3707892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18" name="Image 4" descr="/home/claude/deck18/icons/lay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6392" y="3826764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703320" y="3630168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TestOutputParser.Summarize(...)</a:t>
            </a:r>
            <a:endParaRPr lang="en-US" sz="1350" dirty="0"/>
          </a:p>
        </p:txBody>
      </p:sp>
      <p:sp>
        <p:nvSpPr>
          <p:cNvPr id="20" name="Text 13"/>
          <p:cNvSpPr/>
          <p:nvPr/>
        </p:nvSpPr>
        <p:spPr>
          <a:xfrm>
            <a:off x="3703320" y="3977640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summary line + up to 5 failures</a:t>
            </a:r>
            <a:endParaRPr lang="en-US" sz="1050" dirty="0"/>
          </a:p>
        </p:txBody>
      </p:sp>
      <p:pic>
        <p:nvPicPr>
          <p:cNvPr id="21" name="Image 5" descr="/home/claude/deck18/icons/arrowdow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0176" y="4352544"/>
            <a:ext cx="201168" cy="201168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2788920" y="4553712"/>
            <a:ext cx="6583680" cy="777240"/>
          </a:xfrm>
          <a:prstGeom prst="roundRect">
            <a:avLst>
              <a:gd name="adj" fmla="val 9412"/>
            </a:avLst>
          </a:prstGeom>
          <a:solidFill>
            <a:srgbClr val="F4F6FB"/>
          </a:solidFill>
          <a:ln w="12700">
            <a:solidFill>
              <a:srgbClr val="6B7280"/>
            </a:solidFill>
            <a:prstDash val="dash"/>
          </a:ln>
        </p:spPr>
      </p:sp>
      <p:sp>
        <p:nvSpPr>
          <p:cNvPr id="23" name="Shape 15"/>
          <p:cNvSpPr/>
          <p:nvPr/>
        </p:nvSpPr>
        <p:spPr>
          <a:xfrm>
            <a:off x="3017520" y="4722876"/>
            <a:ext cx="438912" cy="438912"/>
          </a:xfrm>
          <a:prstGeom prst="ellipse">
            <a:avLst/>
          </a:prstGeom>
          <a:solidFill>
            <a:srgbClr val="6B7280"/>
          </a:solidFill>
          <a:ln/>
        </p:spPr>
      </p:sp>
      <p:pic>
        <p:nvPicPr>
          <p:cNvPr id="24" name="Image 6" descr="/home/claude/deck18/icons/eyeslas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6392" y="4841748"/>
            <a:ext cx="201168" cy="20116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703320" y="464515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summary extracted → raw output shown instead</a:t>
            </a:r>
            <a:endParaRPr lang="en-US" sz="1350" dirty="0"/>
          </a:p>
        </p:txBody>
      </p:sp>
      <p:sp>
        <p:nvSpPr>
          <p:cNvPr id="26" name="Text 17"/>
          <p:cNvSpPr/>
          <p:nvPr/>
        </p:nvSpPr>
        <p:spPr>
          <a:xfrm>
            <a:off x="3703320" y="4992624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compile error still reaches the model</a:t>
            </a:r>
            <a:endParaRPr lang="en-US" sz="1050" dirty="0"/>
          </a:p>
        </p:txBody>
      </p:sp>
      <p:sp>
        <p:nvSpPr>
          <p:cNvPr id="27" name="Shape 18"/>
          <p:cNvSpPr/>
          <p:nvPr/>
        </p:nvSpPr>
        <p:spPr>
          <a:xfrm>
            <a:off x="548640" y="5605272"/>
            <a:ext cx="11109960" cy="777240"/>
          </a:xfrm>
          <a:prstGeom prst="roundRect">
            <a:avLst>
              <a:gd name="adj" fmla="val 941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8" name="Text 19"/>
          <p:cNvSpPr/>
          <p:nvPr/>
        </p:nvSpPr>
        <p:spPr>
          <a:xfrm>
            <a:off x="822960" y="5605272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tool’s shape changed here — AgentInstructions.Core grows for the third time, telling the model what to do with output it can now actually read.</a:t>
            </a:r>
            <a:endParaRPr lang="en-US" sz="1250" dirty="0"/>
          </a:p>
        </p:txBody>
      </p:sp>
      <p:sp>
        <p:nvSpPr>
          <p:cNvPr id="29" name="Text 20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Moves to a Readable Failure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49047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IsTestRun checks the subcommand, not just the program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61872" y="210312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 as Module 11b’s allow-list, spent on parsing instead of permission.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49047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IsNullOrWhiteSpace(summary) covers two cases at once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31152" y="210312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test run at all, or a test run with nothing to extract — same fallback.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08376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17296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172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308152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regex anywhere in the parser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1872" y="36941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Line-prefix and substring checks only, the same style since FileSystemService.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3008376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17296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3172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308152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inner loop stops at the first "at " line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31152" y="36941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frame is the test method; the rest is framework noise never worth showing.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7640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7640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67258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failure cap counts before it truncates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61872" y="52852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is computed once, up front, so "N more not shown" stays exact.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599432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47640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0" y="47640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67258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AgentInstructions.Core grows a third time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31152" y="52852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7, then 12, now 13 — no tool’s shape changed to justify it.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Runs, Priced in Exit Codes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4800600"/>
          </a:xfrm>
          <a:prstGeom prst="roundRect">
            <a:avLst>
              <a:gd name="adj" fmla="val 1905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/home/claude/deck18/icons/puzz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relativize the paths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test host prints absolute paths. Every instruction says paths are relative, and ValidatePath refuses a rooted one — friction on the happy path.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3200400"/>
            <a:ext cx="5349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Strip workspace.Root (+ separator) from stdout/stderr before parsing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Normalize backslashes to forward slashes in what remains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path outside the workspace is left exactly as printed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Output with no workspace path is unchanged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1371600"/>
            <a:ext cx="4983480" cy="4800600"/>
          </a:xfrm>
          <a:prstGeom prst="roundRect">
            <a:avLst>
              <a:gd name="adj" fmla="val 1905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903720" y="15361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2  —  one test failing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903720" y="1828800"/>
            <a:ext cx="45720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2  failed: 1  succeeded: 1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failed CalculatorTests.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SubtractsTwoNumbers (17ms)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Expected: 1   Actual: 2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903720" y="30175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5  —  --nologo used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903720" y="3337560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1E2761"/>
          </a:solidFill>
          <a:ln w="9525">
            <a:solidFill>
              <a:srgbClr val="F8717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040880" y="33375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run summary: Zero tests ran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903720" y="41148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 0  —  after the fix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903720" y="4434840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1E2761"/>
          </a:solidFill>
          <a:ln w="9525">
            <a:solidFill>
              <a:srgbClr val="4ADE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40880" y="443484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run summary: Passed!  total: 2  succeeded: 2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903720" y="5257800"/>
            <a:ext cx="4572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condensed failure tells the model which method and line; edit_file and run_command close the loop.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13 — AUTOMATED TESTING AND SELF-CORRECTION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2026-09-09T20:39:50Z</dcterms:created>
  <dcterms:modified xsi:type="dcterms:W3CDTF">2026-09-09T20:39:50Z</dcterms:modified>
</cp:coreProperties>
</file>