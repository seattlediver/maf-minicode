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structure is what Phase 1 Capstone — Repository Explorer (v0.1) consolidates. Module 2’s exact code is carried forward here; it just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Tools, Workspace and Infrastructure exist with their references wired and no code inside — Module 4 fills Workspace, Module 5a fills Tools, Module 11 fills Infrastructure. Creating them now makes the dependency graph real before there is anything to argue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finished ConsoleChatLoop ships in this Module's own folder — write yours first, then compare.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98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PHASE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82216"/>
            <a:ext cx="6309360" cy="1247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the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 Solution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32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take Module 2's single file and split it across the five projects MiniCode lives in for the rest of the course — then fix the direction dependencies may flow. Nothing new happens on screen: what changes is that the terminal no longer knows what a model is.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Module02-MicrosoftAgentFrameworkFundamentals/ — its four objects move out of Program.cs into the projects that own them.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new to install. Microsoft.Agents.AI and Microsoft.Extensions.AI.OpenAI move from MiniCode.Cli to MiniCode.Agent — which is the whole point of this Module.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five projects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MiniCode.Cli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MiniCode.Agent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MiniCode.Tools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MiniCode.Workspace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MiniCode.Infrastructure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42632" y="3264408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5" name="Text 13"/>
          <p:cNvSpPr txBox="1"/>
          <p:nvPr/>
        </p:nvSpPr>
        <p:spPr>
          <a:xfrm>
            <a:off x="7342632" y="3429000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→ Agent → Tools →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Workspace, Infrastructure }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42632" y="4069080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Layering is a safety mechanism, not decoration.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Solution Shape Is Worth a Lesson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Blast Radius of a Bug Is Your Repository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coding agent edits files and runs commands on your machine because a language model asked it to. Every safety claim MiniCode makes later — it cannot escape the workspace, it cannot run an arbitrary command, every tool call passes one gate — is only true if there is exactly one code path that can do the dangerous thing.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Layering is how you get "exactly one code path".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Projects, Fixed for the Rest of the Series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— terminal interface and user interaction. Agent — MAF configuration and coding-agent execution. Tools — the tools exposed to the model. Workspace — repository boundaries and filesystem access. Infrastructure — shell execution, Git, configuration, external services.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them are empty today, and that is correct.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Arrow Points Downward, and None Ever Points Back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65960" y="1417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167128" y="1636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5144" y="17647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34640" y="1581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MiniCode.Cli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834640" y="1947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 — no AI packages at all; references only Agent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3042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965960" y="2560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2167128" y="277977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290779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834640" y="2724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MiniCode.Agent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834640" y="3090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configuration and execution; references Tools, Workspace, Infrastructure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34472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96596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9" name="Shape 15"/>
          <p:cNvSpPr/>
          <p:nvPr/>
        </p:nvSpPr>
        <p:spPr>
          <a:xfrm>
            <a:off x="2167128" y="3922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144" y="4050792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834640" y="3867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MiniCode.Tools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2834640" y="4233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exposed to the model; references the two leaves only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5852160" y="45902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1965960" y="4846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25" name="Shape 20"/>
          <p:cNvSpPr/>
          <p:nvPr/>
        </p:nvSpPr>
        <p:spPr>
          <a:xfrm>
            <a:off x="2167128" y="5065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5144" y="5193792"/>
            <a:ext cx="256032" cy="25603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2834640" y="5010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MiniCode.Workspace   ·   MiniCode.Infrastructure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2834640" y="5376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leaves — they reference nothing internal, and nothing depends back on Cli or Agent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Boundaries Buy — and How They Actually Fail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leaves must stay leaves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decides whether a path is inside the repository; Infrastructure decides whether a process starts. If either could reach back up, answering "can the agent write to C:\Windows?" would mean reading the whole solution — and you can see the leaf in the file: no PackageReference, no ProjectReference.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CLI references only the agent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MiniCode.Cli has no Microsoft.Agents.AI and no OpenAI SDK. It cannot see a ChatClientAgent, so it cannot accidentally configure one. ICodingAgent is expressed in string and IAsyncEnumerable&lt;string&gt; only.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6758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payoff lands in Module 16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1879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CLI grows slash commands and operating modes, none of that work can reach the model, and none of the model work can reach the console.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4747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7033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6758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cycle never appears as a cycle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41879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project references cannot form one, so the failure is gradual: someone merges two projects, or hoists a type into a shared "Common" project that slowly accumulates everything. Both erase the boundary while the folder names still look right.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Interface, One Composition Root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src/MiniCode.Agent/ICodingAgent.cs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one thing the terminal is allowed to know.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1610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ICodingAgent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46583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IAsyncEnumerable&lt;string&gt; RunStreamingAsync(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request,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CancellationToken ct = default);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923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075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src/MiniCode.Agent/CodingAgent.cs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41071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sealed class CodingAgent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ICodingAgent, IDisposable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AIAgent _agent;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AgentSession _session;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IChatClient _chatClient;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3251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internal CodingAgent(AIAgent agent,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AgentSession session, IChatClient client)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62991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... }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async IAsyncEnumerable&lt;string&gt;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RunStreamingAsync(...) { ... }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Dispose()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_chatClient.Dispose();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38544" y="167335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src/MiniCode.Agent/CodingAgentFactory.cs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composition root: the one place that names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OpenAI, reads the API key, assembles the agent.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2313432"/>
            <a:ext cx="4690872" cy="2511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const string ModelId = "gpt-4.1-mini";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const string ApiKeyVariable =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"OPENAI_API_KEY";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async Task&lt;ICodingAgent&gt;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CreateAsync(CancellationToken ct = default)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apiKey = Environment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.GetEnvironmentVariable(ApiKeyVariable)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?? throw new InvalidOperationException(...);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IChatClient chatClient = new OpenAIClient(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apiKey).GetChatClient(ModelId)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.AsIChatClient();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AIAgent agent = new ChatClientAgent(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chatClient, Instructions, name: "MiniCode");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AgentSession session =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agent.CreateSessionAsync(ct);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47518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new CodingAgent(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agent, session, chatClient);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50566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Program.cs shrinks to plumbing: resolve an agent, run the loop, turn a missing key into a message and exit code 1.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Relocations That Pay Off Later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ICodingAgent is the whole boundary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method, string in and IAsyncEnumerable&lt;string&gt; out. The CLI cannot name a MAF type because it does not reference the package that defines one.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CodingAgent holds the session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created it in Main; it now lives on the class that uses it. That relocation is why Module 8 can later replace the conversation without touching the loop.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constructor is internal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to get a CodingAgent is through the factory, so nobody can assemble a half-configured one.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CodingAgentFactory is the composition root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place that mentions OpenAI or reads an environment variable. When Module 5a adds tools, they get wired in here.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 shrank to plumbing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misconfigured start now reports to the person, not into a model’s context.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leaves compile with no files in them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placeholder — the dependency graph existing before the code does.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Chat Loop Into Its Own Class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behaviour to Module 2, which is the point: a refactor that changes structure and not function.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create ConsoleChatLoop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Program.cs already calls new ConsoleChatLoop(agent).RunAsync(), and that class does not exist yet. Move Module 2's read-evaluate-print loop into src/MiniCode.Cli/ConsoleChatLoop.cs.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6908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an ICodingAgent in its constructor and nothing else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RunAsync prints the banner, then loops: prompt, read, stream, blank line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input or exit (case-insensitive) ends the loop; it accepts a CancellationToken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compiles with no using Microsoft.Agents.AI; — if you need that using, the boundary is broken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run --project src/MiniCode.Cli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 Type 'exit' to quit.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What is the difference between a record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 class in C#?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841752"/>
            <a:ext cx="4690872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record is a reference type with value-based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equality, a compiler-generated ToString, and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concise positional syntax; a class has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 equality unless you write your own.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355295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and with the key unset ===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391363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run --project src/MiniCode.Cli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4091432"/>
            <a:ext cx="4690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OPENAI_API_KEY is not set. Set it before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MiniCode.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now reaches you rather than the model.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2026-09-10T20:42:21Z</dcterms:created>
  <dcterms:modified xsi:type="dcterms:W3CDTF">2026-09-10T20:42:21Z</dcterms:modified>
</cp:coreProperties>
</file>