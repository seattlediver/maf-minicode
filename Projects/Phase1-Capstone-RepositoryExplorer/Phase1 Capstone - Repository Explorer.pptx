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finished, and MiniCode can now be pointed at a .NET repository it has never seen and asked about it. This Capstone stamps that state as v0.1, tightens the seams between the Modules that built it, and is honest about the one thing it deliberately cannot do: change anything. We start from the Module 6 folder. Nothing new to install: no package changes, and MiniCode.Workspace still has zero package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Phase 1 is in this folder: the agent, its session and the provider factory from Modules 2a and 2b, the five-project layout from Module 3, the sandbox from Module 4, the interception seam and read tools from Modules 5a and 5b, and repository discovery from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Capstone consolidates; it does not accumulate. Module 6 already contained every project. This folder adds one small file, changes two, and spends the rest of its time proving the whole thing works together. If a Capstone needs to introduce a concept, something went wrong earlier. One file added, two changed, twenty-four carried forward byte-for-byte from Module 6: that is the claim a Capstone exists to be able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numbers move at Capstones and nowhere else. A Module is a step; a Capstone is a state worth naming. v0.1 is Repository Explorer: MiniCode reads and explains, and does nothing else. The number will move four more times, and each time it will mean the tool crossed a line worth marking. MiniCodeVersion is one constant in one file; spelled out in three places, a version string disagrees with itself in two of them. Module 18 packages the tool and reads this same constant. The version prints above the workspace line, so the first two lines of every session say what is running and where. The banner beneath them is fixed for the whole series and never advertises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tools is a system, not a list. workspace_root says where we are. describe_repository says what the solution is. search_files and list_files find candidates. read_file reads the few that matter. Each one's description points at the next, which is how the model learns the order without being given a script. The agent's standing instructions also grow, from one generic sentence into the order the tools are meant to be used in. Nothing in the tool layer changed to achieve that: the model's behaviour is being shaped by a paragraph, which is the cheapest lever available and the first one to reach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before read is a budget decision, not a style preference. Reading a repository into the context window costs tokens the model then has less room to think with. Orient, narrow, read a little: that discipline is why the instructions name the order explicitly, and Module 8a will build the machinery to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sandbox has quietly done four jobs. It gate-keeps reads, filters listings, filters discovery, and refuses with a reason a model can act on. It is 78 lines and has not changed since Module 4, which is the argument for putting a boundary in before the capability that needs it. The instructions add one sentence aimed squarely at the refusal path: correct the request rather than retrying it unchanged. A sandbox rejection carries a reason; that sentence tells the model the reason is worth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silent truncation is worse than a refusal. A refused call tells the model to try something else. A silently shortened one tells it nothing, and it reasons confidently from a partial answer. The tools now say when they have held something back, which they did not until this Capstone was written and the claim was checked. That is what a consolidation pass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report the tool count at startup. Add a line under the workspace path that says how many tools the agent has, 5 tools available, sourced from the catalog rather than a hard-coded number, so it stays true as Phases 2 and 3 add more. It belongs in src/MiniCode.Cli/, and the interesting part is that MiniCode.Cli cannot see AITool: you will need ICodingAgent to expose a count, which is a small, honest widening of the boundary rather than a hole in it. Exercise two: add a --version argument. minicode --version should print the version and exit 0 without contacting OpenAI at all. Acceptance criteria: it works with no OPENAI_API_KEY set; it does not create an agent; any other argument is still treated as the workspace path. This matters more than it looks: Module 18 ships MiniCode as a global tool, and a tool that cannot state its own version without credentials is a nuisance.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Pointed at its own folder, MiniCode v0.1 describes itself. The tool output is real, captured from this solution. It identifies the five projects and their dependencies, and says where to start reading, down to a file and a line. Two behaviours worth showing on camera: reading past the end of a file clamps rather than fails, and the line numbers make the shortfall obvious. And the sandbox refuses with a reason the model can act on rather than an error it can only repeat. That is v0.1: it can read a repository it has never seen, explain the architecture, cite a file and a line, and it cannot touch anything. On the slide the '&gt; dotnet run' line is cut, the workspace path is shortened, the middle of the answer is cut to '...', and the closing '&gt; exit' is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v0.1 cannot do, deliberately: it cannot write a file, run a command, use Git, plan, remember anything across a restart, or ask permission, because it never needs permission for anything it can currently do. Here is where each gap closes. Module 7 lets a repository's own AGENTS.md shape the agent. Module 8a puts a token budget behind search before read. Module 9 makes the agent produce an explicit plan before it changes anything. Phase 3 is where it first changes something on your disk: Module 10 adds file editing through the same sandbox, and Module 11a runs commands. Git arrives in Module 14, and Module 15 puts a human in front of every call that changes something. Phase 2 gives it a memory and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PHASE 1 CAPSTONE  ·  V0.1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Repository Explorer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Phase 1 — Foundations &amp; Read-Only Agent, consolidated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Module06-RepositoryDiscovery/</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Phase1-Capstone-RepositoryExplorer/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MiniCode v0.1 can do with a repository it has never seen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Phase 1's five tools work as one system</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four jobs the sandbox has quietly done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silent truncation is worse than a refusal</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v0.1 deliberately cannot do</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Phase 1 Capstone — Repository Explorer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Everything Phase 1 built</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Modules 2a and 2b</a:t>
            </a:r>
            <a:endParaRPr lang="en-US" sz="14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agent, its session, and the provider factory</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3</a:t>
            </a:r>
            <a:endParaRPr lang="en-US" sz="15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five-project layout and its one-way dependencies</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4</a:t>
            </a:r>
            <a:endParaRPr lang="en-US" sz="15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workspace sandbox</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5a</a:t>
            </a:r>
            <a:endParaRPr lang="en-US" sz="15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interception seam every tool call passes through</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5b</a:t>
            </a:r>
            <a:endParaRPr lang="en-US" sz="15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read tools: list and read files</a:t>
            </a:r>
            <a:endParaRPr lang="en-US" sz="1200" dirty="0"/>
          </a:p>
        </p:txBody>
      </p:sp>
      <p:sp>
        <p:nvSpPr>
          <p:cNvPr id="29" name="Shape 22"/>
          <p:cNvSpPr/>
          <p:nvPr/>
        </p:nvSpPr>
        <p:spPr>
          <a:xfrm>
            <a:off x="6126480" y="2994660"/>
            <a:ext cx="2560320" cy="1394460"/>
          </a:xfrm>
          <a:prstGeom prst="roundRect">
            <a:avLst>
              <a:gd name="adj" fmla="val 5246"/>
            </a:avLst>
          </a:prstGeom>
          <a:solidFill>
            <a:srgbClr val="EFEBFC"/>
          </a:solidFill>
          <a:ln w="12700">
            <a:solidFill>
              <a:srgbClr val="EFEBFC"/>
            </a:solidFill>
            <a:prstDash val="solid"/>
          </a:ln>
        </p:spPr>
      </p:sp>
      <p:sp>
        <p:nvSpPr>
          <p:cNvPr id="30" name="Shape 23"/>
          <p:cNvSpPr/>
          <p:nvPr/>
        </p:nvSpPr>
        <p:spPr>
          <a:xfrm>
            <a:off x="6309360" y="317754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6</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Repository discovery: solutions, projects, packages</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A Capstone consolidates; it does not accumulate</a:t>
            </a:r>
            <a:endParaRPr lang="en-US" sz="265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changed</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Added: MiniCodeVersion.cs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Changed: Program.cs prints the version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Changed: the instructions name the tool order</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did not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Twenty-four files, byte-for-byte from Module 6</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new package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new concept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If a Capstone needs to introduce a concept, something went wrong earlier.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Version numbers move at Capstones and nowhere else</a:t>
            </a:r>
            <a:endParaRPr lang="en-US" sz="2450" dirty="0"/>
          </a:p>
        </p:txBody>
      </p:sp>
      <p:sp>
        <p:nvSpPr>
          <p:cNvPr id="4" name="Shape 2"/>
          <p:cNvSpPr/>
          <p:nvPr/>
        </p:nvSpPr>
        <p:spPr>
          <a:xfrm>
            <a:off x="457200" y="1417320"/>
            <a:ext cx="1367942" cy="1691640"/>
          </a:xfrm>
          <a:prstGeom prst="roundRect">
            <a:avLst>
              <a:gd name="adj" fmla="val 5348"/>
            </a:avLst>
          </a:prstGeom>
          <a:solidFill>
            <a:srgbClr val="512BD4"/>
          </a:solidFill>
          <a:ln w="12700">
            <a:solidFill>
              <a:srgbClr val="512BD4"/>
            </a:solidFill>
            <a:prstDash val="solid"/>
          </a:ln>
        </p:spPr>
      </p:sp>
      <p:sp>
        <p:nvSpPr>
          <p:cNvPr id="5" name="Shape 3"/>
          <p:cNvSpPr/>
          <p:nvPr/>
        </p:nvSpPr>
        <p:spPr>
          <a:xfrm>
            <a:off x="640080" y="1618488"/>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v0.1</a:t>
            </a:r>
            <a:endParaRPr lang="en-US" sz="1500" dirty="0"/>
          </a:p>
        </p:txBody>
      </p:sp>
      <p:sp>
        <p:nvSpPr>
          <p:cNvPr id="8" name="Text 5"/>
          <p:cNvSpPr txBox="1"/>
          <p:nvPr/>
        </p:nvSpPr>
        <p:spPr>
          <a:xfrm>
            <a:off x="640080" y="2606040"/>
            <a:ext cx="1047902"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Repository Explorer</a:t>
            </a:r>
            <a:endParaRPr lang="en-US" sz="1200" dirty="0"/>
          </a:p>
        </p:txBody>
      </p:sp>
      <p:sp>
        <p:nvSpPr>
          <p:cNvPr id="9" name="Shape 6"/>
          <p:cNvSpPr/>
          <p:nvPr/>
        </p:nvSpPr>
        <p:spPr>
          <a:xfrm>
            <a:off x="1889150" y="2153412"/>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691640"/>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v0.2</a:t>
            </a:r>
            <a:endParaRPr lang="en-US" sz="1500" dirty="0"/>
          </a:p>
        </p:txBody>
      </p:sp>
      <p:sp>
        <p:nvSpPr>
          <p:cNvPr id="14" name="Text 10"/>
          <p:cNvSpPr txBox="1"/>
          <p:nvPr/>
        </p:nvSpPr>
        <p:spPr>
          <a:xfrm>
            <a:off x="2355494" y="2606040"/>
            <a:ext cx="1047902"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Planning Agent</a:t>
            </a:r>
            <a:endParaRPr lang="en-US" sz="1200" dirty="0"/>
          </a:p>
        </p:txBody>
      </p:sp>
      <p:sp>
        <p:nvSpPr>
          <p:cNvPr id="15" name="Shape 11"/>
          <p:cNvSpPr/>
          <p:nvPr/>
        </p:nvSpPr>
        <p:spPr>
          <a:xfrm>
            <a:off x="3604565" y="2153412"/>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691640"/>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v0.3</a:t>
            </a:r>
            <a:endParaRPr lang="en-US" sz="1500" dirty="0"/>
          </a:p>
        </p:txBody>
      </p:sp>
      <p:sp>
        <p:nvSpPr>
          <p:cNvPr id="20" name="Text 15"/>
          <p:cNvSpPr txBox="1"/>
          <p:nvPr/>
        </p:nvSpPr>
        <p:spPr>
          <a:xfrm>
            <a:off x="4070909" y="2606040"/>
            <a:ext cx="1047902"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Autonomous Fixer</a:t>
            </a:r>
            <a:endParaRPr lang="en-US" sz="1200" dirty="0"/>
          </a:p>
        </p:txBody>
      </p:sp>
      <p:sp>
        <p:nvSpPr>
          <p:cNvPr id="21" name="Shape 16"/>
          <p:cNvSpPr/>
          <p:nvPr/>
        </p:nvSpPr>
        <p:spPr>
          <a:xfrm>
            <a:off x="5319979" y="2153412"/>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691640"/>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v0.4</a:t>
            </a:r>
            <a:endParaRPr lang="en-US" sz="1500" dirty="0"/>
          </a:p>
        </p:txBody>
      </p:sp>
      <p:sp>
        <p:nvSpPr>
          <p:cNvPr id="26" name="Text 20"/>
          <p:cNvSpPr txBox="1"/>
          <p:nvPr/>
        </p:nvSpPr>
        <p:spPr>
          <a:xfrm>
            <a:off x="5786323" y="2606040"/>
            <a:ext cx="1047902"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Developer CLI</a:t>
            </a:r>
            <a:endParaRPr lang="en-US" sz="1200" dirty="0"/>
          </a:p>
        </p:txBody>
      </p:sp>
      <p:sp>
        <p:nvSpPr>
          <p:cNvPr id="27" name="Shape 21"/>
          <p:cNvSpPr/>
          <p:nvPr/>
        </p:nvSpPr>
        <p:spPr>
          <a:xfrm>
            <a:off x="7035394" y="2153412"/>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691640"/>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v1.0</a:t>
            </a:r>
            <a:endParaRPr lang="en-US" sz="1500" dirty="0"/>
          </a:p>
        </p:txBody>
      </p:sp>
      <p:sp>
        <p:nvSpPr>
          <p:cNvPr id="32" name="Text 25"/>
          <p:cNvSpPr txBox="1"/>
          <p:nvPr/>
        </p:nvSpPr>
        <p:spPr>
          <a:xfrm>
            <a:off x="7501738" y="2606040"/>
            <a:ext cx="1047902"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Capstone Project</a:t>
            </a:r>
            <a:endParaRPr lang="en-US" sz="1200" dirty="0"/>
          </a:p>
        </p:txBody>
      </p:sp>
      <p:sp>
        <p:nvSpPr>
          <p:cNvPr id="33" name="Text 26"/>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constant, MiniCodeVersion.Current, printed above the workspace line.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Five tools is a system, not a list</a:t>
            </a:r>
            <a:endParaRPr lang="en-US" sz="2800" dirty="0"/>
          </a:p>
        </p:txBody>
      </p:sp>
      <p:sp>
        <p:nvSpPr>
          <p:cNvPr id="4" name="Shape 2"/>
          <p:cNvSpPr/>
          <p:nvPr/>
        </p:nvSpPr>
        <p:spPr>
          <a:xfrm>
            <a:off x="457200" y="1417320"/>
            <a:ext cx="1796796" cy="1801368"/>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workspace_root</a:t>
            </a:r>
            <a:endParaRPr lang="en-US" sz="1300" dirty="0"/>
          </a:p>
        </p:txBody>
      </p:sp>
      <p:sp>
        <p:nvSpPr>
          <p:cNvPr id="8" name="Text 5"/>
          <p:cNvSpPr txBox="1"/>
          <p:nvPr/>
        </p:nvSpPr>
        <p:spPr>
          <a:xfrm>
            <a:off x="640080"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Where we are</a:t>
            </a:r>
            <a:endParaRPr lang="en-US" sz="1200" dirty="0"/>
          </a:p>
        </p:txBody>
      </p:sp>
      <p:sp>
        <p:nvSpPr>
          <p:cNvPr id="9" name="Shape 6"/>
          <p:cNvSpPr/>
          <p:nvPr/>
        </p:nvSpPr>
        <p:spPr>
          <a:xfrm>
            <a:off x="2318004"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801368"/>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describe_repository</a:t>
            </a:r>
            <a:endParaRPr lang="en-US" sz="1100" dirty="0"/>
          </a:p>
        </p:txBody>
      </p:sp>
      <p:sp>
        <p:nvSpPr>
          <p:cNvPr id="14" name="Text 10"/>
          <p:cNvSpPr txBox="1"/>
          <p:nvPr/>
        </p:nvSpPr>
        <p:spPr>
          <a:xfrm>
            <a:off x="2784348"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the solution is</a:t>
            </a:r>
            <a:endParaRPr lang="en-US" sz="1200" dirty="0"/>
          </a:p>
        </p:txBody>
      </p:sp>
      <p:sp>
        <p:nvSpPr>
          <p:cNvPr id="15" name="Shape 11"/>
          <p:cNvSpPr/>
          <p:nvPr/>
        </p:nvSpPr>
        <p:spPr>
          <a:xfrm>
            <a:off x="4462272"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801368"/>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search_files</a:t>
            </a:r>
            <a:endParaRPr lang="en-US" sz="1300" dirty="0"/>
          </a:p>
        </p:txBody>
      </p:sp>
      <p:sp>
        <p:nvSpPr>
          <p:cNvPr id="20" name="Text 15"/>
          <p:cNvSpPr txBox="1"/>
          <p:nvPr/>
        </p:nvSpPr>
        <p:spPr>
          <a:xfrm>
            <a:off x="4928616"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Or list_files: find the candidates</a:t>
            </a:r>
            <a:endParaRPr lang="en-US" sz="1200" dirty="0"/>
          </a:p>
        </p:txBody>
      </p:sp>
      <p:sp>
        <p:nvSpPr>
          <p:cNvPr id="21" name="Shape 16"/>
          <p:cNvSpPr/>
          <p:nvPr/>
        </p:nvSpPr>
        <p:spPr>
          <a:xfrm>
            <a:off x="6606540" y="2208276"/>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801368"/>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read_file</a:t>
            </a:r>
            <a:endParaRPr lang="en-US" sz="1300" dirty="0"/>
          </a:p>
        </p:txBody>
      </p:sp>
      <p:sp>
        <p:nvSpPr>
          <p:cNvPr id="26" name="Text 20"/>
          <p:cNvSpPr txBox="1"/>
          <p:nvPr/>
        </p:nvSpPr>
        <p:spPr>
          <a:xfrm>
            <a:off x="7072884" y="2606040"/>
            <a:ext cx="1476756"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Read the few that matter</a:t>
            </a:r>
            <a:endParaRPr lang="en-US" sz="1200" dirty="0"/>
          </a:p>
        </p:txBody>
      </p:sp>
      <p:sp>
        <p:nvSpPr>
          <p:cNvPr id="27" name="Text 21"/>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description points at the next. The instructions now name the order too.</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Search before read is a budget decision</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Read everything</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Fills the context window</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Leaves less room to think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Costs tokens on every turn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Orient, narrow, read a little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Describe the solution first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Search or list to find candidates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 only the files that matter</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Today the instructions ask for it. Module 8a builds the machinery.</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sandbox has quietly done four jobs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Workspace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78 lines, unchanged since Module 4</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Gate-keeps</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read goes through it</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Filters listings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What list_files shows</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Filters discovery</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Which .csproj files describe_repository sees</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Refuses</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 a reason the model can act on</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argument for putting a boundary in before the capability that needs it.</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silent truncation is worse than a refusal</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refusal</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Tells the model to try something else</a:t>
            </a:r>
            <a:endParaRPr lang="en-US" sz="1300" dirty="0"/>
          </a:p>
        </p:txBody>
      </p:sp>
      <p:sp>
        <p:nvSpPr>
          <p:cNvPr id="9" name="Shape 6"/>
          <p:cNvSpPr/>
          <p:nvPr/>
        </p:nvSpPr>
        <p:spPr>
          <a:xfrm>
            <a:off x="685800" y="2633472"/>
            <a:ext cx="3474720" cy="1143000"/>
          </a:xfrm>
          <a:prstGeom prst="roundRect">
            <a:avLst>
              <a:gd name="adj" fmla="val 6400"/>
            </a:avLst>
          </a:prstGeom>
          <a:solidFill>
            <a:srgbClr val="0F1420"/>
          </a:solidFill>
          <a:ln w="12700">
            <a:solidFill>
              <a:srgbClr val="0F1420"/>
            </a:solidFill>
            <a:prstDash val="solid"/>
          </a:ln>
        </p:spPr>
      </p:sp>
      <p:sp>
        <p:nvSpPr>
          <p:cNvPr id="10" name="Text 7"/>
          <p:cNvSpPr txBox="1"/>
          <p:nvPr/>
        </p:nvSpPr>
        <p:spPr>
          <a:xfrm>
            <a:off x="868680" y="2770632"/>
            <a:ext cx="3108960" cy="86868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read_file failed: Path</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'../secrets.txt' was refused:</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OutsideWorkspace.</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 announced limit</a:t>
            </a:r>
            <a:endParaRPr lang="en-US" sz="1700" dirty="0"/>
          </a:p>
        </p:txBody>
      </p:sp>
      <p:sp>
        <p:nvSpPr>
          <p:cNvPr id="15" name="Text 11"/>
          <p:cNvSpPr txBox="1"/>
          <p:nvPr/>
        </p:nvSpPr>
        <p:spPr>
          <a:xfrm>
            <a:off x="498348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Says what was held back</a:t>
            </a:r>
            <a:endParaRPr lang="en-US" sz="1300" dirty="0"/>
          </a:p>
        </p:txBody>
      </p:sp>
      <p:sp>
        <p:nvSpPr>
          <p:cNvPr id="16" name="Shape 12"/>
          <p:cNvSpPr/>
          <p:nvPr/>
        </p:nvSpPr>
        <p:spPr>
          <a:xfrm>
            <a:off x="4983480" y="2633472"/>
            <a:ext cx="3474720" cy="1143000"/>
          </a:xfrm>
          <a:prstGeom prst="roundRect">
            <a:avLst>
              <a:gd name="adj" fmla="val 6400"/>
            </a:avLst>
          </a:prstGeom>
          <a:solidFill>
            <a:srgbClr val="0F1420"/>
          </a:solidFill>
          <a:ln w="12700">
            <a:solidFill>
              <a:srgbClr val="0F1420"/>
            </a:solidFill>
            <a:prstDash val="solid"/>
          </a:ln>
        </p:spPr>
      </p:sp>
      <p:sp>
        <p:nvSpPr>
          <p:cNvPr id="17" name="Text 13"/>
          <p:cNvSpPr txBox="1"/>
          <p:nvPr/>
        </p:nvSpPr>
        <p:spPr>
          <a:xfrm>
            <a:off x="5166360" y="2770632"/>
            <a:ext cx="3108960" cy="8686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200 entries shown. List a</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subdirectory to narrow the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results.</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Silently shortened, the model reasons confidently from a partial answer.</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Tool count and --version</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print "5 tools available." at startup, counted from the catalog. Two: minicode --version prints the version and exits 0.</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src/MiniCode.Cli/</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count comes from the catalog, not a hard-coded number</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ICodingAgent exposes the count, because the CLI cannot see AITool</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--version works with no OPENAI_API_KEY and creates no agent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Any other argument is still the workspace path</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MiniCode v0.1 describes itself</a:t>
            </a:r>
            <a:endParaRPr lang="en-US" sz="2800" dirty="0"/>
          </a:p>
        </p:txBody>
      </p:sp>
      <p:sp>
        <p:nvSpPr>
          <p:cNvPr id="4" name="Shape 2"/>
          <p:cNvSpPr/>
          <p:nvPr/>
        </p:nvSpPr>
        <p:spPr>
          <a:xfrm>
            <a:off x="457200" y="1325880"/>
            <a:ext cx="5257800" cy="3108960"/>
          </a:xfrm>
          <a:prstGeom prst="roundRect">
            <a:avLst>
              <a:gd name="adj" fmla="val 2353"/>
            </a:avLst>
          </a:prstGeom>
          <a:solidFill>
            <a:srgbClr val="0F1420"/>
          </a:solidFill>
          <a:ln w="12700">
            <a:solidFill>
              <a:srgbClr val="0F1420"/>
            </a:solidFill>
            <a:prstDash val="solid"/>
          </a:ln>
        </p:spPr>
      </p:sp>
      <p:sp>
        <p:nvSpPr>
          <p:cNvPr id="5" name="Text 3"/>
          <p:cNvSpPr txBox="1"/>
          <p:nvPr/>
        </p:nvSpPr>
        <p:spPr>
          <a:xfrm>
            <a:off x="640080" y="1463040"/>
            <a:ext cx="4892040" cy="283464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MiniCode v0.1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Workspace: ...\Phase1-Capstone-RepositoryExplorer</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What is this solution, and where would I start reading?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It's a five-project .NET 10 solution called MiniCode.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MiniCode.Cli is the entry point and references only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MiniCode.Agent; ... MiniCode.Workspace 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MiniCode.Infrastructure reference nothing internal.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Start at src/MiniCode.Cli/Program.cs:17, which resolves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the workspace directory and hands it to</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CodingAgentFactory.</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Version first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is running, and where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Cites a line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file and a line number, not a guess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Touches nothing</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Reads and explains only</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1 Capstone — Repository Explorer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Follows only its own instructions</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7  </a:t>
            </a:r>
            <a:pPr indent="0" marL="0">
              <a:buNone/>
            </a:pPr>
            <a:r>
              <a:rPr lang="en-US" sz="1250" dirty="0">
                <a:solidFill>
                  <a:srgbClr val="FFFFFF"/>
                </a:solidFill>
                <a:latin typeface="Calibri" pitchFamily="34" charset="0"/>
                <a:ea typeface="Calibri" pitchFamily="34" charset="-122"/>
                <a:cs typeface="Calibri" pitchFamily="34" charset="-120"/>
              </a:rPr>
              <a:t>Loads the repository's AGENTS.md and combines it with MiniCode's own</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Search before read is only asked for</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8a  </a:t>
            </a:r>
            <a:pPr indent="0" marL="0">
              <a:buNone/>
            </a:pPr>
            <a:r>
              <a:rPr lang="en-US" sz="1250" dirty="0">
                <a:solidFill>
                  <a:srgbClr val="FFFFFF"/>
                </a:solidFill>
                <a:latin typeface="Calibri" pitchFamily="34" charset="0"/>
                <a:ea typeface="Calibri" pitchFamily="34" charset="-122"/>
                <a:cs typeface="Calibri" pitchFamily="34" charset="-120"/>
              </a:rPr>
              <a:t>A token budget, and search ahead of read</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Cannot plan</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9  </a:t>
            </a:r>
            <a:pPr indent="0" marL="0">
              <a:buNone/>
            </a:pPr>
            <a:r>
              <a:rPr lang="en-US" sz="1250" dirty="0">
                <a:solidFill>
                  <a:srgbClr val="FFFFFF"/>
                </a:solidFill>
                <a:latin typeface="Calibri" pitchFamily="34" charset="0"/>
                <a:ea typeface="Calibri" pitchFamily="34" charset="-122"/>
                <a:cs typeface="Calibri" pitchFamily="34" charset="-120"/>
              </a:rPr>
              <a:t>An explicit task plan, presented before anything changes</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Cannot write a file</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10  </a:t>
            </a:r>
            <a:pPr indent="0" marL="0">
              <a:buNone/>
            </a:pPr>
            <a:r>
              <a:rPr lang="en-US" sz="1250" dirty="0">
                <a:solidFill>
                  <a:srgbClr val="FFFFFF"/>
                </a:solidFill>
                <a:latin typeface="Calibri" pitchFamily="34" charset="0"/>
                <a:ea typeface="Calibri" pitchFamily="34" charset="-122"/>
                <a:cs typeface="Calibri" pitchFamily="34" charset="-120"/>
              </a:rPr>
              <a:t>write_file and edit_file, through the same sandbox</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Cannot run a command</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11a  </a:t>
            </a:r>
            <a:pPr indent="0" marL="0">
              <a:buNone/>
            </a:pPr>
            <a:r>
              <a:rPr lang="en-US" sz="1250" dirty="0">
                <a:solidFill>
                  <a:srgbClr val="FFFFFF"/>
                </a:solidFill>
                <a:latin typeface="Calibri" pitchFamily="34" charset="0"/>
                <a:ea typeface="Calibri" pitchFamily="34" charset="-122"/>
                <a:cs typeface="Calibri" pitchFamily="34" charset="-120"/>
              </a:rPr>
              <a:t>run_command runs a process safely</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Never asks permission</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Approval in front of every call that changes something</a:t>
            </a:r>
            <a:endParaRPr lang="en-US" sz="1250" dirty="0"/>
          </a:p>
        </p:txBody>
      </p:sp>
      <p:sp>
        <p:nvSpPr>
          <p:cNvPr id="28" name="Text 26"/>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MiniCode v0.1 — Repository Explorer</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Phase 1 Capstone — Repository Explorer</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1 Capstone — Repository Explorer (v0.1)</dc:title>
  <dc:subject>PptxGenJS Presentation</dc:subject>
  <dc:creator>MiniCode Course</dc:creator>
  <cp:lastModifiedBy>MiniCode Course</cp:lastModifiedBy>
  <cp:revision>1</cp:revision>
  <dcterms:created xsi:type="dcterms:W3CDTF">2026-10-01T23:15:16Z</dcterms:created>
  <dcterms:modified xsi:type="dcterms:W3CDTF">2026-10-01T23:15:16Z</dcterms:modified>
</cp:coreProperties>
</file>