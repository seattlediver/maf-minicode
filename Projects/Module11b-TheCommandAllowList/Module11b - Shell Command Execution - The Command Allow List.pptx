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11a made run_command run a process correctly: no shell, a timeout, captured output. It never asked whether the process should run. This Module puts a fixed allow list in front of it, so dotnet build starts and everything else is refused before a process ever exists. We start from the Module 11a folder. Module 5a's InterceptedFunction is the shape we reuse here, one layer lower. Module 11a's IShellExecutor and ShellTools are untouched; nothing about them needed to change. Setup: nothing new. MiniCode.Infrastructure still has zero package references. This is the second half of Module 11, and it ships as part of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11a was mechanics; this Module is policy, and they are now two different classes. Running a process safely and deciding which processes may run are separate questions with separate answers, and the code finally reflects that: ShellExecutor still knows nothing about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don't touch: the same shape as Module 5a, one layer down. InterceptedFunction decorates an AIFunction without the inner function ever knowing it is wrapped. AllowListedShellExecutor does exactly that to IShellExecutor: it holds the real executor, checks first, and only calls through when the call is allowed. ShellTools still just takes an IShellExecutor; it cannot tell which one it was handed. ICommandAllowList is the whole seam: anything that can answer IsAllowed can sit in this slot, a hardcoded list today, something configurable later, without AllowListedShellExecutor or ShellTools changing. And the check runs before the inner RunAsync is ever called, so a refused command never starts a process, never spends the timeout, never touches the filesystem. CodingAgentFactory now builds an AllowListedShellExecutor around a ShellExecutor and a CommandAllowList, and hands that to ToolCatalog exactly as before; ToolCatalog's constructor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the program and its first argument together, not the program name alone. Allowing bare dotnet would allow dotnet nuget push and dotnet tool install under the same entry that was meant to permit dotnet build. Pairing the program with its subcommand is what makes an entry mean one specific thing. The list holds exactly four entries: dotnet restore, dotnet build, dotnet test and dotnet format. dotnet --version is refused too, and that is not a regression. It was fine in Module 11a because nothing decided otherwise yet. An allow list's entire job is saying what is permitted; everything else follows from that, including commands that were harmless. The match is OrdinalIgnoreCase, because the model composes these strings, and Build should not silently fail where build would have succeeded. CommandAllowList has no constructor parameters and no state beyond the fixed array. Nothing here reads a file, an environment variable or the repository's AGENTS.md: the list in this file is the complete, only list MiniCode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refusal here is the same shape as every refusal in the course. Throw a sentence naming what was asked and what is allowed; Module 5a's invoker turns it into text; the model reads it and tries something on the list instead. The Entries property exists so the refusal message can name what is allowed, not just what was refused. A tool that only says no teaches the model nothing about what to try next. Throwing inside an async method is still safe here, the same as everywhere else in MiniCode. RunAsync throws before its first await, but because the method is declared async, the exception rides on the Task it returns rather than escaping synchronously, so the await sees it exactly where it expects to. run_command's description in ToolCatalog gains one clause: restricted to a fixed allow list; a refusal names what is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Module deliberately does not do. The list stops a careless or prompt-injected command from starting. It does not stop a model that decides to get there another way. Module 10 already gave it write_file, and a .csproj with a custom build target can run anything dotnet build is asked to run, on the list by name. Closing that is Module 15's job, not a gap in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Generalize the match from program plus first argument to entry as a prefix. Today IsAllowed can only express two-token rules. Change it so each entry in Allowed is split into its own tokens, and an entry matches when its tokens are a prefix of the command followed by its arguments. That way an entry dotnet tool restore permits dotnet tool restore without also permitting dotnet tool install, which today's two-token check cannot distinguish. Acceptance criteria: the four shipped entries behave exactly as they do today. Adding dotnet tool restore to Allowed allows run_command with dotnet and the arguments tool restore, and still refuses dotnet tool install x. A one-token entry such as dotnet would match every dotnet invocation, so the criterion is that nobody adds one, not that the code forbids it. This belongs in src/MiniCode.Infrastructure/CommandAllowList.cs. No later Module needs this generalization; Module 12 calls run_command with the four shipped entries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code, calling ShellTools.RunCommand through AllowListedShellExecutor against the same temporary console project Module 11a used. The excerpt is trimmed: the build output's restore lines, warning and error counts and elapsed time are cut, and the long refusal lines are rewrapped. An allowed command runs exactly as it did last lesson: Exit code 0, build succeeded. A subcommand of an allowed program is refused because only its sibling is on the list, through the full invoker chain, so the message is exactly what the model would read: dotnet nuget push is not on the allow list, followed by the four allowed entries. And the command that timed out in Module 11a's lesson never gets that far this time: ping is refused before a process starts. Same executor underneath, same never-throw invoker from Module 5a. The only thing that changed is that something now gets to say no before Process.Start is ever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Wrap, don't touch, is the shape Module 12 reuses: LoopGuardInvoker wraps IToolInvoker exactly the way AllowListedShellExecutor wraps IShellExecutor. Matching the program and its subcommand together comes back in Module 13, where IsTestRun checks the subcommand for a parsing decision instead of a permission one. The allow list is not the whole fence: Module 15 puts approval in front of write_file, edit_file and any run_command that is not exactly dotnet build or dotnet test, which is how the custom-build-target gap gets closed. And in Module 16a, the /build and /test slash commands bypass the model but not its policies: they go through the same allow list. This ships in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11B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Command Allow List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Shell Command Execution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Module11a-RunningAProcessSafely/</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Module11b-TheCommandAllowList/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running a process and permitting it are separate jobs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Wrapping the executor without touching it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Matching a program and its subcommand together</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Refusals that name what is allowed</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an allow list deliberately does not stop</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11b — The Command Allow List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Mechanics and policy are now two classes</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ShellExecutor (11a)</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a process: no shell, a timeout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Captures stdout, stderr and the exit code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Knows nothing about permission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AllowListedShellExecutor (11b)</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Decides whether the process may run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Checks first, then calls through</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Never starts anything itself</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Running a process safely and deciding which may run are different questions.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Wrap, don't touch, one layer down</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ShellTools</a:t>
            </a:r>
            <a:endParaRPr lang="en-US" sz="15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Takes an IShellExecutor. Cannot tell which one it got.</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allow check</a:t>
            </a:r>
            <a:endParaRPr lang="en-US" sz="15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AllowListedShellExecutor holds the real one and checks first</a:t>
            </a:r>
            <a:endParaRPr lang="en-US" sz="12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ShellExecutor</a:t>
            </a:r>
            <a:endParaRPr lang="en-US" sz="150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Unaware it is guarded</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Process.Start</a:t>
            </a:r>
            <a:endParaRPr lang="en-US" sz="15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Reached only when the call is allowed</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same shape as Module 5a's InterceptedFunction, applied to IShellExecutor.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Match the program and its subcommand</a:t>
            </a:r>
            <a:endParaRPr lang="en-US" sz="2800" dirty="0"/>
          </a:p>
        </p:txBody>
      </p:sp>
      <p:sp>
        <p:nvSpPr>
          <p:cNvPr id="4" name="Shape 2"/>
          <p:cNvSpPr/>
          <p:nvPr/>
        </p:nvSpPr>
        <p:spPr>
          <a:xfrm>
            <a:off x="457200" y="1371600"/>
            <a:ext cx="2560320" cy="1188720"/>
          </a:xfrm>
          <a:prstGeom prst="roundRect">
            <a:avLst>
              <a:gd name="adj" fmla="val 615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dotnet restore</a:t>
            </a:r>
            <a:endParaRPr lang="en-US" sz="13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Allowed</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dotnet build</a:t>
            </a:r>
            <a:endParaRPr lang="en-US" sz="13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Allowed</a:t>
            </a:r>
            <a:endParaRPr lang="en-US" sz="1200" dirty="0"/>
          </a:p>
        </p:txBody>
      </p:sp>
      <p:sp>
        <p:nvSpPr>
          <p:cNvPr id="14" name="Shape 10"/>
          <p:cNvSpPr/>
          <p:nvPr/>
        </p:nvSpPr>
        <p:spPr>
          <a:xfrm>
            <a:off x="6126480" y="1371600"/>
            <a:ext cx="256032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dotnet test</a:t>
            </a:r>
            <a:endParaRPr lang="en-US" sz="13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Allowed</a:t>
            </a:r>
            <a:endParaRPr lang="en-US" sz="1200" dirty="0"/>
          </a:p>
        </p:txBody>
      </p:sp>
      <p:sp>
        <p:nvSpPr>
          <p:cNvPr id="19" name="Shape 14"/>
          <p:cNvSpPr/>
          <p:nvPr/>
        </p:nvSpPr>
        <p:spPr>
          <a:xfrm>
            <a:off x="457200" y="2788920"/>
            <a:ext cx="256032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64008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dotnet format</a:t>
            </a:r>
            <a:endParaRPr lang="en-US" sz="13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Allowed</a:t>
            </a:r>
            <a:endParaRPr lang="en-US" sz="1200" dirty="0"/>
          </a:p>
        </p:txBody>
      </p:sp>
      <p:sp>
        <p:nvSpPr>
          <p:cNvPr id="24" name="Shape 18"/>
          <p:cNvSpPr/>
          <p:nvPr/>
        </p:nvSpPr>
        <p:spPr>
          <a:xfrm>
            <a:off x="3291840" y="2788920"/>
            <a:ext cx="2560320" cy="1188720"/>
          </a:xfrm>
          <a:prstGeom prst="roundRect">
            <a:avLst>
              <a:gd name="adj" fmla="val 6154"/>
            </a:avLst>
          </a:prstGeom>
          <a:solidFill>
            <a:srgbClr val="512BD4"/>
          </a:solidFill>
          <a:ln w="12700">
            <a:solidFill>
              <a:srgbClr val="512BD4"/>
            </a:solidFill>
            <a:prstDash val="solid"/>
          </a:ln>
        </p:spPr>
      </p:sp>
      <p:sp>
        <p:nvSpPr>
          <p:cNvPr id="25" name="Shape 19"/>
          <p:cNvSpPr/>
          <p:nvPr/>
        </p:nvSpPr>
        <p:spPr>
          <a:xfrm>
            <a:off x="3474720" y="2971800"/>
            <a:ext cx="384048" cy="384048"/>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ourier New" pitchFamily="34" charset="0"/>
                <a:ea typeface="Courier New" pitchFamily="34" charset="-122"/>
                <a:cs typeface="Courier New" pitchFamily="34" charset="-120"/>
              </a:rPr>
              <a:t>dotnet nuget push</a:t>
            </a:r>
            <a:endParaRPr lang="en-US" sz="11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Refused: "dotnet" alone is not an entry</a:t>
            </a:r>
            <a:endParaRPr lang="en-US" sz="1200" dirty="0"/>
          </a:p>
        </p:txBody>
      </p:sp>
      <p:sp>
        <p:nvSpPr>
          <p:cNvPr id="29" name="Shape 22"/>
          <p:cNvSpPr/>
          <p:nvPr/>
        </p:nvSpPr>
        <p:spPr>
          <a:xfrm>
            <a:off x="6126480" y="2788920"/>
            <a:ext cx="2560320" cy="1188720"/>
          </a:xfrm>
          <a:prstGeom prst="roundRect">
            <a:avLst>
              <a:gd name="adj" fmla="val 6154"/>
            </a:avLst>
          </a:prstGeom>
          <a:solidFill>
            <a:srgbClr val="EFEBFC"/>
          </a:solidFill>
          <a:ln w="12700">
            <a:solidFill>
              <a:srgbClr val="EFEBFC"/>
            </a:solidFill>
            <a:prstDash val="solid"/>
          </a:ln>
        </p:spPr>
      </p:sp>
      <p:sp>
        <p:nvSpPr>
          <p:cNvPr id="30" name="Shape 23"/>
          <p:cNvSpPr/>
          <p:nvPr/>
        </p:nvSpPr>
        <p:spPr>
          <a:xfrm>
            <a:off x="6309360" y="297180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071652"/>
            <a:ext cx="184343" cy="184343"/>
          </a:xfrm>
          <a:prstGeom prst="rect">
            <a:avLst/>
          </a:prstGeom>
        </p:spPr>
      </p:pic>
      <p:sp>
        <p:nvSpPr>
          <p:cNvPr id="32" name="Text 24"/>
          <p:cNvSpPr txBox="1"/>
          <p:nvPr/>
        </p:nvSpPr>
        <p:spPr>
          <a:xfrm>
            <a:off x="6812280" y="2971800"/>
            <a:ext cx="1737360" cy="384048"/>
          </a:xfrm>
          <a:prstGeom prst="rect">
            <a:avLst/>
          </a:prstGeom>
          <a:noFill/>
          <a:ln/>
        </p:spPr>
        <p:txBody>
          <a:bodyPr wrap="square" lIns="0" tIns="0" rIns="0" bIns="0" rtlCol="0" anchor="ctr">
            <a:normAutofit/>
          </a:bodyPr>
          <a:lstStyle/>
          <a:p>
            <a:pPr indent="0" marL="0">
              <a:buNone/>
            </a:pPr>
            <a:r>
              <a:rPr lang="en-US" sz="1200" b="1" dirty="0">
                <a:solidFill>
                  <a:srgbClr val="1F2937"/>
                </a:solidFill>
                <a:latin typeface="Courier New" pitchFamily="34" charset="0"/>
                <a:ea typeface="Courier New" pitchFamily="34" charset="-122"/>
                <a:cs typeface="Courier New" pitchFamily="34" charset="-120"/>
              </a:rPr>
              <a:t>dotnet --version</a:t>
            </a:r>
            <a:endParaRPr lang="en-US" sz="1200" dirty="0"/>
          </a:p>
        </p:txBody>
      </p:sp>
      <p:sp>
        <p:nvSpPr>
          <p:cNvPr id="33" name="Text 25"/>
          <p:cNvSpPr txBox="1"/>
          <p:nvPr/>
        </p:nvSpPr>
        <p:spPr>
          <a:xfrm>
            <a:off x="630936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Refused too. Harmless, but not on the list.</a:t>
            </a:r>
            <a:endParaRPr lang="en-US" sz="1200" dirty="0"/>
          </a:p>
        </p:txBody>
      </p:sp>
      <p:sp>
        <p:nvSpPr>
          <p:cNvPr id="34" name="Text 26"/>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Matched case-insensitively: "Build" works where "build" does.</a:t>
            </a:r>
            <a:endParaRPr lang="en-US" sz="1400" dirty="0"/>
          </a:p>
        </p:txBody>
      </p:sp>
      <p:sp>
        <p:nvSpPr>
          <p:cNvPr id="35"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36"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refusal the model can act on</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check throws</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sentence naming what was asked and what is allowed</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Module 5a's invoker</a:t>
            </a:r>
            <a:endParaRPr lang="en-US" sz="14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Turns the exception into text, as it always has</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model reads it</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And tries something on the list instead</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tool that only says no teaches the model nothing about what to try next.</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list deliberately does not stop</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The allow list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Stops a careless or prompt-injected command from starting.</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write_file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10 already lets the model write a .csproj</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Build targets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custom target runs anything dotnet build is asked to run</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 15</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Approval is the answer to that, not this Module</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Match entries as prefixes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Split each entry into tokens, and let it match when those tokens are a prefix of the command and its arguments.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src/MiniCode.Infrastructure/CommandAllowList.cs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four shipped entries behave exactly as they do today</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Adding "dotnet tool restore" allows tool restore, but still refuses tool install</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one-token entry such as "dotnet" would match everything: nobody adds one</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Refused before a process exists</a:t>
            </a:r>
            <a:endParaRPr lang="en-US" sz="2800" dirty="0"/>
          </a:p>
        </p:txBody>
      </p:sp>
      <p:sp>
        <p:nvSpPr>
          <p:cNvPr id="4" name="Shape 2"/>
          <p:cNvSpPr/>
          <p:nvPr/>
        </p:nvSpPr>
        <p:spPr>
          <a:xfrm>
            <a:off x="457200" y="1325880"/>
            <a:ext cx="5257800" cy="3200400"/>
          </a:xfrm>
          <a:prstGeom prst="roundRect">
            <a:avLst>
              <a:gd name="adj" fmla="val 2286"/>
            </a:avLst>
          </a:prstGeom>
          <a:solidFill>
            <a:srgbClr val="0F1420"/>
          </a:solidFill>
          <a:ln w="12700">
            <a:solidFill>
              <a:srgbClr val="0F1420"/>
            </a:solidFill>
            <a:prstDash val="solid"/>
          </a:ln>
        </p:spPr>
      </p:sp>
      <p:sp>
        <p:nvSpPr>
          <p:cNvPr id="5" name="Text 3"/>
          <p:cNvSpPr txBox="1"/>
          <p:nvPr/>
        </p:nvSpPr>
        <p:spPr>
          <a:xfrm>
            <a:off x="640080" y="1463040"/>
            <a:ext cx="4892040" cy="29260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run_command("dotnet", ["build"])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Exit code 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Shop -&gt; ...\bin\Debug\net10.0\Shop.dll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Build succeeded.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run_command("dotnet", ["nuget", "push"])</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run_command failed: 'dotnet nuget push' is not 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the allow list. Allowed: dotnet restore, dotnet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build, dotnet test, dotnet format.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run_command("ping", ["-n", "6", "127.0.0.1"])</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run_command failed: 'ping -n 6 127.0.0.1' is not 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the allow list. Allowed: dotnet restore, ...</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Allowed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exactly as it did in Module 11a</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Sibling refused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program, different subcommand</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Never started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11a's timeout example is refused first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11b — The Command Allow List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Wrap, don't touch</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12  </a:t>
            </a:r>
            <a:pPr indent="0" marL="0">
              <a:buNone/>
            </a:pPr>
            <a:r>
              <a:rPr lang="en-US" sz="1250" dirty="0">
                <a:solidFill>
                  <a:srgbClr val="FFFFFF"/>
                </a:solidFill>
                <a:latin typeface="Calibri" pitchFamily="34" charset="0"/>
                <a:ea typeface="Calibri" pitchFamily="34" charset="-122"/>
                <a:cs typeface="Calibri" pitchFamily="34" charset="-120"/>
              </a:rPr>
              <a:t>LoopGuardInvoker wraps IToolInvoker the same way, one seam over</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Program plus subcommand</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13  </a:t>
            </a:r>
            <a:pPr indent="0" marL="0">
              <a:buNone/>
            </a:pPr>
            <a:r>
              <a:rPr lang="en-US" sz="1250" dirty="0">
                <a:solidFill>
                  <a:srgbClr val="FFFFFF"/>
                </a:solidFill>
                <a:latin typeface="Calibri" pitchFamily="34" charset="0"/>
                <a:ea typeface="Calibri" pitchFamily="34" charset="-122"/>
                <a:cs typeface="Calibri" pitchFamily="34" charset="-120"/>
              </a:rPr>
              <a:t>IsTestRun checks the subcommand too, for a parsing decision</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list is not the whole fence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 before write_file, edit_file and any other run_command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allow list for every caller</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/build and /test go through the same allow list as the model</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3 Capstone — Autonomous Fixer (v0.3)</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11b — The Command Allow List</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11b — Shell Command Execution: The Command Allow List</dc:title>
  <dc:subject>PptxGenJS Presentation</dc:subject>
  <dc:creator>MiniCode Course</dc:creator>
  <cp:lastModifiedBy>MiniCode Course</cp:lastModifiedBy>
  <cp:revision>1</cp:revision>
  <dcterms:created xsi:type="dcterms:W3CDTF">2026-10-01T22:01:15Z</dcterms:created>
  <dcterms:modified xsi:type="dcterms:W3CDTF">2026-10-01T22:01:15Z</dcterms:modified>
</cp:coreProperties>
</file>