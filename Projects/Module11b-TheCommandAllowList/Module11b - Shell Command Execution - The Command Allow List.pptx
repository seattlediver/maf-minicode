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430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11B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7589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Command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Allow List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33756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11a made run_command run correctly. This decides whether it should run at all.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38160" y="141732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pic>
        <p:nvPicPr>
          <p:cNvPr id="6" name="Image 0" descr="/home/claude/deck16/icons/list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16459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823960" y="167335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allow list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366760" y="2240280"/>
            <a:ext cx="109728" cy="10972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9" name="Text 6"/>
          <p:cNvSpPr/>
          <p:nvPr/>
        </p:nvSpPr>
        <p:spPr>
          <a:xfrm>
            <a:off x="8595360" y="2194560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restore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366760" y="2624328"/>
            <a:ext cx="109728" cy="10972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1" name="Text 8"/>
          <p:cNvSpPr/>
          <p:nvPr/>
        </p:nvSpPr>
        <p:spPr>
          <a:xfrm>
            <a:off x="8595360" y="2578608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build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366760" y="3008376"/>
            <a:ext cx="109728" cy="10972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3" name="Text 10"/>
          <p:cNvSpPr/>
          <p:nvPr/>
        </p:nvSpPr>
        <p:spPr>
          <a:xfrm>
            <a:off x="8595360" y="2962656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test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366760" y="3392424"/>
            <a:ext cx="109728" cy="10972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5" name="Text 12"/>
          <p:cNvSpPr/>
          <p:nvPr/>
        </p:nvSpPr>
        <p:spPr>
          <a:xfrm>
            <a:off x="8595360" y="3346704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format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366760" y="3867912"/>
            <a:ext cx="2926080" cy="0"/>
          </a:xfrm>
          <a:prstGeom prst="line">
            <a:avLst/>
          </a:prstGeom>
          <a:noFill/>
          <a:ln w="6350">
            <a:solidFill>
              <a:srgbClr val="6B7280"/>
            </a:solidFill>
            <a:prstDash val="dash"/>
          </a:ln>
        </p:spPr>
      </p:sp>
      <p:sp>
        <p:nvSpPr>
          <p:cNvPr id="17" name="Text 14"/>
          <p:cNvSpPr/>
          <p:nvPr/>
        </p:nvSpPr>
        <p:spPr>
          <a:xfrm>
            <a:off x="8366760" y="4005072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'dotnet nuget push'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 not on the allow list.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22960" y="6263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Mechanics and Policy Are Now Two Classes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188720"/>
          </a:xfrm>
          <a:prstGeom prst="roundRect">
            <a:avLst>
              <a:gd name="adj" fmla="val 6154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 process safely and deciding which processes may run are separate questions with separate answers. </a:t>
            </a:r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ShellExecutor still knows nothing about permission.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11109960" cy="2377440"/>
          </a:xfrm>
          <a:prstGeom prst="roundRect">
            <a:avLst>
              <a:gd name="adj" fmla="val 3846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315468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/home/claude/deck16/icons/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3101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45920" y="31546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Wrap, Don’t Touch — the Same Shape, One Layer Down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645920" y="374904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5a’s InterceptedFunction decorates an AIFunction without the inner function knowing it is wrapped. AllowListedShellExecutor does exactly that to IShellExecutor: holds the real executor, checks first, calls through only when allowed.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645920" y="470916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ShellTools still just takes an IShellExecutor — it cannot tell which one it was handed.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11B — SHELL COMMAND EXECUTION: THE COMMAND ALLOW LIST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 the Program and Its First Argument Together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Allowing bare "dotnet" would allow dotnet nuget push and dotnet tool install under the same entry meant to permit dotnet build.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39496" y="19659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141B49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" y="2221992"/>
            <a:ext cx="548640" cy="548640"/>
          </a:xfrm>
          <a:prstGeom prst="ellipse">
            <a:avLst/>
          </a:prstGeom>
          <a:solidFill>
            <a:srgbClr val="F87171"/>
          </a:solidFill>
          <a:ln/>
        </p:spPr>
      </p:sp>
      <p:pic>
        <p:nvPicPr>
          <p:cNvPr id="7" name="Image 0" descr="/home/claude/deck16/icons/b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5915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53896" y="224028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"dotnet" alone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13816" y="2880360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subcommand rides along — nuget push, tool install, whatever follows.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00216" y="19659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3FBFB0"/>
          </a:solidFill>
          <a:ln/>
        </p:spPr>
      </p:sp>
      <p:sp>
        <p:nvSpPr>
          <p:cNvPr id="11" name="Shape 8"/>
          <p:cNvSpPr/>
          <p:nvPr/>
        </p:nvSpPr>
        <p:spPr>
          <a:xfrm>
            <a:off x="6556248" y="222199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1" descr="/home/claude/deck16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9152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14616" y="224028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"dotnet build"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574536" y="2880360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Pairing the program with its subcommand is what makes an entry mean one specific thing.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22960" y="4434840"/>
            <a:ext cx="10515600" cy="1371600"/>
          </a:xfrm>
          <a:prstGeom prst="roundRect">
            <a:avLst>
              <a:gd name="adj" fmla="val 6667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97280" y="4617720"/>
            <a:ext cx="9966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restore · dotnet build · dotnet test · dotnet format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097280" y="512064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"dotnet" alone is deliberately absent, so nothing else the model could put after it is allowed by accident.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11B — SHELL COMMAND EXECUTION: THE COMMAND ALLOW LIST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Refusal Before a Process Ever Exists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88920" y="1508760"/>
            <a:ext cx="6583680" cy="822960"/>
          </a:xfrm>
          <a:prstGeom prst="roundRect">
            <a:avLst>
              <a:gd name="adj" fmla="val 8889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3017520" y="1682496"/>
            <a:ext cx="475488" cy="475488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6" name="Image 0" descr="/home/claude/deck16/icons/ro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45536" y="1801368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0" y="160020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calls run_command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3657600" y="1965960"/>
            <a:ext cx="5669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dotnet nuget push</a:t>
            </a:r>
            <a:endParaRPr lang="en-US" sz="1050" dirty="0"/>
          </a:p>
        </p:txBody>
      </p:sp>
      <p:pic>
        <p:nvPicPr>
          <p:cNvPr id="9" name="Image 1" descr="/home/claude/deck16/icons/arrowd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76" y="2377440"/>
            <a:ext cx="201168" cy="20116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788920" y="2587752"/>
            <a:ext cx="6583680" cy="822960"/>
          </a:xfrm>
          <a:prstGeom prst="roundRect">
            <a:avLst>
              <a:gd name="adj" fmla="val 8889"/>
            </a:avLst>
          </a:prstGeom>
          <a:solidFill>
            <a:srgbClr val="3FBFB0"/>
          </a:solidFill>
          <a:ln/>
        </p:spPr>
      </p:sp>
      <p:sp>
        <p:nvSpPr>
          <p:cNvPr id="11" name="Shape 7"/>
          <p:cNvSpPr/>
          <p:nvPr/>
        </p:nvSpPr>
        <p:spPr>
          <a:xfrm>
            <a:off x="3017520" y="2761488"/>
            <a:ext cx="475488" cy="475488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2" name="Image 2" descr="/home/claude/deck16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5536" y="2880360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657600" y="2679192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AllowListedShellExecutor.RunAsync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3657600" y="3044952"/>
            <a:ext cx="5669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ICommandAllowList.IsAllowed first</a:t>
            </a:r>
            <a:endParaRPr lang="en-US" sz="1050" dirty="0"/>
          </a:p>
        </p:txBody>
      </p:sp>
      <p:pic>
        <p:nvPicPr>
          <p:cNvPr id="15" name="Image 3" descr="/home/claude/deck16/icons/arrowdow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0176" y="3456432"/>
            <a:ext cx="201168" cy="20116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788920" y="3666744"/>
            <a:ext cx="6583680" cy="822960"/>
          </a:xfrm>
          <a:prstGeom prst="roundRect">
            <a:avLst>
              <a:gd name="adj" fmla="val 8889"/>
            </a:avLst>
          </a:prstGeom>
          <a:solidFill>
            <a:srgbClr val="F87171"/>
          </a:solidFill>
          <a:ln/>
        </p:spPr>
      </p:sp>
      <p:sp>
        <p:nvSpPr>
          <p:cNvPr id="17" name="Shape 11"/>
          <p:cNvSpPr/>
          <p:nvPr/>
        </p:nvSpPr>
        <p:spPr>
          <a:xfrm>
            <a:off x="3017520" y="3840480"/>
            <a:ext cx="475488" cy="475488"/>
          </a:xfrm>
          <a:prstGeom prst="ellipse">
            <a:avLst/>
          </a:prstGeom>
          <a:solidFill>
            <a:srgbClr val="141B49"/>
          </a:solidFill>
          <a:ln/>
        </p:spPr>
      </p:sp>
      <p:pic>
        <p:nvPicPr>
          <p:cNvPr id="18" name="Image 4" descr="/home/claude/deck16/icons/ba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5536" y="3959352"/>
            <a:ext cx="219456" cy="219456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657600" y="3758184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allowed → throw, naming what is permitted</a:t>
            </a:r>
            <a:endParaRPr lang="en-US" sz="1450" dirty="0"/>
          </a:p>
        </p:txBody>
      </p:sp>
      <p:sp>
        <p:nvSpPr>
          <p:cNvPr id="20" name="Text 13"/>
          <p:cNvSpPr/>
          <p:nvPr/>
        </p:nvSpPr>
        <p:spPr>
          <a:xfrm>
            <a:off x="3657600" y="4123944"/>
            <a:ext cx="5669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process ever starts</a:t>
            </a:r>
            <a:endParaRPr lang="en-US" sz="1050" dirty="0"/>
          </a:p>
        </p:txBody>
      </p:sp>
      <p:pic>
        <p:nvPicPr>
          <p:cNvPr id="21" name="Image 5" descr="/home/claude/deck16/icons/arrowdow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0176" y="4535424"/>
            <a:ext cx="201168" cy="201168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2788920" y="4745736"/>
            <a:ext cx="6583680" cy="822960"/>
          </a:xfrm>
          <a:prstGeom prst="roundRect">
            <a:avLst>
              <a:gd name="adj" fmla="val 8889"/>
            </a:avLst>
          </a:prstGeom>
          <a:solidFill>
            <a:srgbClr val="1E2761"/>
          </a:solidFill>
          <a:ln/>
        </p:spPr>
      </p:sp>
      <p:sp>
        <p:nvSpPr>
          <p:cNvPr id="23" name="Shape 15"/>
          <p:cNvSpPr/>
          <p:nvPr/>
        </p:nvSpPr>
        <p:spPr>
          <a:xfrm>
            <a:off x="3017520" y="4919472"/>
            <a:ext cx="475488" cy="475488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24" name="Image 6" descr="/home/claude/deck16/icons/rou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45536" y="5038344"/>
            <a:ext cx="219456" cy="219456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3657600" y="4837176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Allowed → inner.RunAsync(...)</a:t>
            </a:r>
            <a:endParaRPr lang="en-US" sz="1450" dirty="0"/>
          </a:p>
        </p:txBody>
      </p:sp>
      <p:sp>
        <p:nvSpPr>
          <p:cNvPr id="26" name="Text 17"/>
          <p:cNvSpPr/>
          <p:nvPr/>
        </p:nvSpPr>
        <p:spPr>
          <a:xfrm>
            <a:off x="3657600" y="5202936"/>
            <a:ext cx="5669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untouched Module 11a executor</a:t>
            </a:r>
            <a:endParaRPr lang="en-US" sz="1050" dirty="0"/>
          </a:p>
        </p:txBody>
      </p:sp>
      <p:sp>
        <p:nvSpPr>
          <p:cNvPr id="27" name="Shape 18"/>
          <p:cNvSpPr/>
          <p:nvPr/>
        </p:nvSpPr>
        <p:spPr>
          <a:xfrm>
            <a:off x="548640" y="5843016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F4F6FB"/>
          </a:solidFill>
          <a:ln/>
        </p:spPr>
      </p:sp>
      <p:sp>
        <p:nvSpPr>
          <p:cNvPr id="28" name="Text 19"/>
          <p:cNvSpPr/>
          <p:nvPr/>
        </p:nvSpPr>
        <p:spPr>
          <a:xfrm>
            <a:off x="822960" y="5843016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ToolCatalog and ShellTools do not change at all — neither one ever depended on which IShellExecutor it received.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11B — SHELL COMMAND EXECUTION: THE COMMAND ALLOW LIST</a:t>
            </a:r>
            <a:endParaRPr lang="en-US" sz="900" dirty="0"/>
          </a:p>
        </p:txBody>
      </p:sp>
      <p:sp>
        <p:nvSpPr>
          <p:cNvPr id="30" name="Text 21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Moves to a Fixed Boundary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1298448"/>
          </a:xfrm>
          <a:prstGeom prst="roundRect">
            <a:avLst>
              <a:gd name="adj" fmla="val 5634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27632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276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61872" y="153619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ICommandAllowList is the whole seam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61872" y="1993392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that answers IsAllowed can sit here — hardcoded today, configurable later.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440680" cy="1298448"/>
          </a:xfrm>
          <a:prstGeom prst="roundRect">
            <a:avLst>
              <a:gd name="adj" fmla="val 5634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627632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6276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931152" y="153619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check runs before inner.RunAsync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931152" y="1993392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refused command never starts a process or spends the timeout.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889504"/>
            <a:ext cx="5440680" cy="1298448"/>
          </a:xfrm>
          <a:prstGeom prst="roundRect">
            <a:avLst>
              <a:gd name="adj" fmla="val 5634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054096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0540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61872" y="2962656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Entries exists so the refusal can say what IS allowed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61872" y="3419856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that only says no teaches the model nothing to try next.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17920" y="2889504"/>
            <a:ext cx="5440680" cy="1298448"/>
          </a:xfrm>
          <a:prstGeom prst="roundRect">
            <a:avLst>
              <a:gd name="adj" fmla="val 5634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054096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30540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31152" y="2962656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dotnet --version is refused too — not a regression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31152" y="3419856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allow list’s job is saying what’s permitted; everything else follows.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315968"/>
            <a:ext cx="5440680" cy="1298448"/>
          </a:xfrm>
          <a:prstGeom prst="roundRect">
            <a:avLst>
              <a:gd name="adj" fmla="val 5634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4480560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4805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61872" y="43891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OrdinalIgnoreCase on the match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261872" y="484632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"Build" shouldn’t silently fail where "build" would have succeeded.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17920" y="4315968"/>
            <a:ext cx="5440680" cy="1298448"/>
          </a:xfrm>
          <a:prstGeom prst="roundRect">
            <a:avLst>
              <a:gd name="adj" fmla="val 5634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4480560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44805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31152" y="43891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constructor parameters, no hidden state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931152" y="484632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array in this file is the complete, only list MiniCode enforces.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5806440"/>
            <a:ext cx="11109960" cy="594360"/>
          </a:xfrm>
          <a:prstGeom prst="roundRect">
            <a:avLst>
              <a:gd name="adj" fmla="val 9231"/>
            </a:avLst>
          </a:prstGeom>
          <a:ln w="12700">
            <a:solidFill>
              <a:srgbClr val="3FBFB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822960" y="580644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stops a careless or prompt-injected command — not a model that reaches the same place another way. Closing that is Module 15’s job.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&amp; EXPECTED OUTPUT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Executor, One New "No"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852160" cy="4800600"/>
          </a:xfrm>
          <a:prstGeom prst="roundRect">
            <a:avLst>
              <a:gd name="adj" fmla="val 1905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deck16/icons/puzz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719072"/>
            <a:ext cx="26517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62763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prefix matching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148840"/>
            <a:ext cx="5349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Generalize from "program plus first argument" to "entry as a prefix." Split each entry into tokens; an entry matches when its tokens prefix [command, ...arguments].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3200400"/>
            <a:ext cx="5349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four shipped entries behave exactly as today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"dotnet tool restore" allows that, still refuses "dotnet tool install x"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one-token entry like "dotnet" would match everything — the rule is nobody adds one, not that the code forbids it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675120" y="1371600"/>
            <a:ext cx="4983480" cy="4800600"/>
          </a:xfrm>
          <a:prstGeom prst="roundRect">
            <a:avLst>
              <a:gd name="adj" fmla="val 1905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03720" y="1600200"/>
            <a:ext cx="45720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 0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 -&gt; ...\bin\Debug\net10.0\Shop.dll
Build succeeded.
    0 Warning(s)
    0 Error(s)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run_command failed: 'dotnet nuget
push' is not on the allow list.
Allowed: dotnet restore, dotnet
build, dotnet test, dotnet format.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run_command failed: 'ping -n 6
127.0.0.1' is not on the allow list.
</a:t>
            </a:r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refused before a process starts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11B — SHELL COMMAND EXECUTION: THE COMMAND ALLOW LIST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2026-09-09T19:11:24Z</dcterms:created>
  <dcterms:modified xsi:type="dcterms:W3CDTF">2026-09-09T19:11:24Z</dcterms:modified>
</cp:coreProperties>
</file>