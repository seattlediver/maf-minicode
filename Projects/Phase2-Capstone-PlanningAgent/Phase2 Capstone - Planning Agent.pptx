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v0.2 session runs against D:\Repos\CustomerPortal and ends with MiniCode saying that the plan above is what it would do, and that it cannot make any of those changes yet. That sentence is v0.2 being honest: it can read the repository, read the repository’s rules, decide what it would do, and say so — and it cannot do any of it. Phase 3 is where that changes, and Module 15 is where somebody finally gets asked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PHASE 2 CAPSTONE · V0.2</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Planning Agent</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Phase 2 gave MiniCode a memory and a plan. This Capstone stamps that as v0.2, and fixes two faults that only show up when you look at the Phase as a whole — one of which is a piece of accounting that Module 9 silently broke.</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Module09-PlanningAndTaskState/ — all of Phase 2: conventions (7), budget and search-before-read (8a), working state and compaction (8b), plans with task state (9).</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 No package changes; MiniCode.Workspace still has zero package references.</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2 Capstone</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two gaps, four files</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ONE  the planner could not</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see AGENTS.md</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TWO  planning was free,</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according to the budget</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instructions   ~ 417 tokens</a:t>
            </a:r>
            <a:endParaRPr lang="en-US" sz="1050" dirty="0"/>
          </a:p>
        </p:txBody>
      </p:sp>
      <p:sp>
        <p:nvSpPr>
          <p:cNvPr id="15" name="Text 13"/>
          <p:cNvSpPr txBox="1"/>
          <p:nvPr/>
        </p:nvSpPr>
        <p:spPr>
          <a:xfrm>
            <a:off x="7360920" y="331927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planning call  ~  56 tokens</a:t>
            </a:r>
            <a:endParaRPr lang="en-US" sz="1050" dirty="0"/>
          </a:p>
        </p:txBody>
      </p:sp>
      <p:sp>
        <p:nvSpPr>
          <p:cNvPr id="16" name="Shape 14"/>
          <p:cNvSpPr/>
          <p:nvPr/>
        </p:nvSpPr>
        <p:spPr>
          <a:xfrm>
            <a:off x="7342632" y="3776472"/>
            <a:ext cx="4014216" cy="0"/>
          </a:xfrm>
          <a:prstGeom prst="line">
            <a:avLst/>
          </a:prstGeom>
          <a:noFill/>
          <a:ln w="9525">
            <a:solidFill>
              <a:srgbClr val="6B7280"/>
            </a:solidFill>
            <a:prstDash val="sysDot"/>
          </a:ln>
        </p:spPr>
      </p:sp>
      <p:sp>
        <p:nvSpPr>
          <p:cNvPr id="17" name="Text 15"/>
          <p:cNvSpPr txBox="1"/>
          <p:nvPr/>
        </p:nvSpPr>
        <p:spPr>
          <a:xfrm>
            <a:off x="7342632" y="3941064"/>
            <a:ext cx="4014216" cy="310896"/>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0.1  -&gt;  0.2</a:t>
            </a:r>
            <a:endParaRPr lang="en-US" sz="1050" dirty="0"/>
          </a:p>
        </p:txBody>
      </p:sp>
      <p:sp>
        <p:nvSpPr>
          <p:cNvPr id="18" name="Text 16"/>
          <p:cNvSpPr txBox="1"/>
          <p:nvPr/>
        </p:nvSpPr>
        <p:spPr>
          <a:xfrm>
            <a:off x="7342632" y="4361688"/>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Neither is visible from inside either Module.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 Phase Is Where the Interactions Surface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2 CAPSTONE — PLANNING AGENT (V0.2)</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11064240" cy="2103120"/>
          </a:xfrm>
          <a:prstGeom prst="roundRect">
            <a:avLst>
              <a:gd name="adj" fmla="val 434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9646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Each Module in Phase 2 Was Verified on Its Own, and Each One Worked</a:t>
            </a:r>
            <a:endParaRPr lang="en-US" sz="1550" dirty="0"/>
          </a:p>
        </p:txBody>
      </p:sp>
      <p:sp>
        <p:nvSpPr>
          <p:cNvPr id="10" name="Text 7"/>
          <p:cNvSpPr txBox="1"/>
          <p:nvPr/>
        </p:nvSpPr>
        <p:spPr>
          <a:xfrm>
            <a:off x="868680" y="2606040"/>
            <a:ext cx="10424160" cy="54864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The two defects below only exist between Modules — one where Module 9 does not know about Module 7, and one where Module 9 quietly invalidated Module 8a.</a:t>
            </a:r>
            <a:endParaRPr lang="en-US" sz="1350" dirty="0"/>
          </a:p>
        </p:txBody>
      </p:sp>
      <p:sp>
        <p:nvSpPr>
          <p:cNvPr id="11" name="Shape 8"/>
          <p:cNvSpPr/>
          <p:nvPr/>
        </p:nvSpPr>
        <p:spPr>
          <a:xfrm>
            <a:off x="548640" y="3749040"/>
            <a:ext cx="5326380" cy="2194560"/>
          </a:xfrm>
          <a:prstGeom prst="roundRect">
            <a:avLst>
              <a:gd name="adj" fmla="val 4167"/>
            </a:avLst>
          </a:prstGeom>
          <a:solidFill>
            <a:srgbClr val="1E2761"/>
          </a:solidFill>
          <a:ln w="12700">
            <a:solidFill>
              <a:srgbClr val="3FBFB0"/>
            </a:solidFill>
            <a:prstDash val="solid"/>
          </a:ln>
        </p:spPr>
      </p:sp>
      <p:sp>
        <p:nvSpPr>
          <p:cNvPr id="12" name="Shape 9"/>
          <p:cNvSpPr/>
          <p:nvPr/>
        </p:nvSpPr>
        <p:spPr>
          <a:xfrm>
            <a:off x="822960" y="3977640"/>
            <a:ext cx="384048" cy="384048"/>
          </a:xfrm>
          <a:prstGeom prst="ellipse">
            <a:avLst/>
          </a:prstGeom>
          <a:solidFill>
            <a:srgbClr val="3FBFB0"/>
          </a:solidFill>
          <a:ln/>
        </p:spPr>
      </p:sp>
      <p:sp>
        <p:nvSpPr>
          <p:cNvPr id="13" name="Text 10"/>
          <p:cNvSpPr txBox="1"/>
          <p:nvPr/>
        </p:nvSpPr>
        <p:spPr>
          <a:xfrm>
            <a:off x="822960" y="397764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14" name="Text 11"/>
          <p:cNvSpPr txBox="1"/>
          <p:nvPr/>
        </p:nvSpPr>
        <p:spPr>
          <a:xfrm>
            <a:off x="1371600" y="395020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planner could not see the repository’s conventions</a:t>
            </a:r>
            <a:endParaRPr lang="en-US" sz="1250" dirty="0"/>
          </a:p>
        </p:txBody>
      </p:sp>
      <p:sp>
        <p:nvSpPr>
          <p:cNvPr id="15" name="Text 12"/>
          <p:cNvSpPr txBox="1"/>
          <p:nvPr/>
        </p:nvSpPr>
        <p:spPr>
          <a:xfrm>
            <a:off x="1371600" y="4462272"/>
            <a:ext cx="4229100" cy="132588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Module 7 loads an AGENTS.md and folds it into the agent’s instructions. Module 9 then built a planner that makes its own model call — with its own system prompt, and none of those conventions. A repository whose rules say add tests for new functionality produced plans with a test step only when the model happened to think of one.</a:t>
            </a:r>
            <a:endParaRPr lang="en-US" sz="1050" dirty="0"/>
          </a:p>
        </p:txBody>
      </p:sp>
      <p:sp>
        <p:nvSpPr>
          <p:cNvPr id="16" name="Shape 13"/>
          <p:cNvSpPr/>
          <p:nvPr/>
        </p:nvSpPr>
        <p:spPr>
          <a:xfrm>
            <a:off x="6286500" y="3749040"/>
            <a:ext cx="5326380" cy="2194560"/>
          </a:xfrm>
          <a:prstGeom prst="roundRect">
            <a:avLst>
              <a:gd name="adj" fmla="val 4167"/>
            </a:avLst>
          </a:prstGeom>
          <a:solidFill>
            <a:srgbClr val="1E2761"/>
          </a:solidFill>
          <a:ln w="12700">
            <a:solidFill>
              <a:srgbClr val="3FBFB0"/>
            </a:solidFill>
            <a:prstDash val="solid"/>
          </a:ln>
        </p:spPr>
      </p:sp>
      <p:sp>
        <p:nvSpPr>
          <p:cNvPr id="17" name="Shape 14"/>
          <p:cNvSpPr/>
          <p:nvPr/>
        </p:nvSpPr>
        <p:spPr>
          <a:xfrm>
            <a:off x="6560820" y="3977640"/>
            <a:ext cx="384048" cy="384048"/>
          </a:xfrm>
          <a:prstGeom prst="ellipse">
            <a:avLst/>
          </a:prstGeom>
          <a:solidFill>
            <a:srgbClr val="3FBFB0"/>
          </a:solidFill>
          <a:ln/>
        </p:spPr>
      </p:sp>
      <p:sp>
        <p:nvSpPr>
          <p:cNvPr id="18" name="Text 15"/>
          <p:cNvSpPr txBox="1"/>
          <p:nvPr/>
        </p:nvSpPr>
        <p:spPr>
          <a:xfrm>
            <a:off x="6560820" y="397764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9" name="Text 16"/>
          <p:cNvSpPr txBox="1"/>
          <p:nvPr/>
        </p:nvSpPr>
        <p:spPr>
          <a:xfrm>
            <a:off x="7109460" y="395020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Planning was free, according to the budget</a:t>
            </a:r>
            <a:endParaRPr lang="en-US" sz="1250" dirty="0"/>
          </a:p>
        </p:txBody>
      </p:sp>
      <p:sp>
        <p:nvSpPr>
          <p:cNvPr id="20" name="Text 17"/>
          <p:cNvSpPr txBox="1"/>
          <p:nvPr/>
        </p:nvSpPr>
        <p:spPr>
          <a:xfrm>
            <a:off x="7109460" y="4462272"/>
            <a:ext cx="4229100" cy="132588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Module 8a’s whole point is that the window is measurable. Module 9 added a second model call per turn and nothing counted it. The budget was not slightly off; it was systematically wrong by one whole call every turn — and the number on screen looked healthy the entire time.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Measurement Is Only Honest While Every Path Reports It</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2 CAPSTONE — PLANNING AGENT (V0.2)</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Gap One, Fixed: the Conventions Now Reach the Plan</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Framed as a constraint on the plan rather than as advice — "a plan that ignores them is wrong". Module 7’s precedence still holds: these are the repository’s rules about how its code should be written, which is exactly the half the repository is allowed to control.</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Nothing about what MiniCode may do comes from this text.</a:t>
            </a:r>
            <a:endParaRPr lang="en-US" sz="1250" dirty="0"/>
          </a:p>
        </p:txBody>
      </p:sp>
      <p:sp>
        <p:nvSpPr>
          <p:cNvPr id="12" name="Shape 9"/>
          <p:cNvSpPr/>
          <p:nvPr/>
        </p:nvSpPr>
        <p:spPr>
          <a:xfrm>
            <a:off x="6309360" y="1417320"/>
            <a:ext cx="5349240" cy="4297680"/>
          </a:xfrm>
          <a:prstGeom prst="roundRect">
            <a:avLst>
              <a:gd name="adj" fmla="val 212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Gap Two, Fixed: the Planning Call Is Charged</a:t>
            </a:r>
            <a:endParaRPr lang="en-US" sz="1550" dirty="0"/>
          </a:p>
        </p:txBody>
      </p:sp>
      <p:sp>
        <p:nvSpPr>
          <p:cNvPr id="16" name="Text 12"/>
          <p:cNvSpPr txBox="1"/>
          <p:nvPr/>
        </p:nvSpPr>
        <p:spPr>
          <a:xfrm>
            <a:off x="662940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The charge is an estimate of the request plus the rendered plan, not of the full model exchange — the prompt and the model’s prose are not counted. It under-reports, and under-reporting a little is very different from not counting at all.</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What v0.2 Is — and What It Is Not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2 CAPSTONE — PLANNING AGENT (V0.2)</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It Reads the Repository’s Own Rules and Says What It Intends</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Point MiniCode at a repository it has never seen and it will read that repository’s rules, tell you what it intends to do before it does anything, track how far it has got, revise the plan when the repository turns out to be different from what it assumed, and keep working after the conversation grows past the window.</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Without touching a single file.</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And It Plans on Every Turn, Whether or Not That Helps</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It cannot write, run a command, use Git, or ask permission — it needs no permission for anything it can currently do. But it also plans for "what is this repository?", which is two model calls to answer a question that needed none.</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Module 16 makes planning a mode you ask for; until then it is unconditional, and the lesson says so.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Four Files Differ; Thirty-Eight Are Carried Forward</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2 CAPSTONE — PLANNING AGENT (V0.2)</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src/MiniCode.Agent/Planner.cs — gap one</a:t>
            </a:r>
            <a:endParaRPr lang="en-US" sz="950" dirty="0"/>
          </a:p>
        </p:txBody>
      </p:sp>
      <p:sp>
        <p:nvSpPr>
          <p:cNvPr id="8" name="Text 6"/>
          <p:cNvSpPr txBox="1"/>
          <p:nvPr/>
        </p:nvSpPr>
        <p:spPr>
          <a:xfrm>
            <a:off x="877824" y="200863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async Task&lt;TaskPlan&gt; CreateAsync(</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 request, CancellationToken ct = default)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9" name="Text 7"/>
          <p:cNvSpPr txBox="1"/>
          <p:nvPr/>
        </p:nvSpPr>
        <p:spPr>
          <a:xfrm>
            <a:off x="877824" y="2465832"/>
            <a:ext cx="4690872" cy="12923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string system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string.IsNullOrWhiteSpace(conventions)</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Prompt</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Prompt + Environment.NewLine</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Environment.NewLine</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"The repository states these conventions."</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 A plan that ignores them is wrong:"</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Environment.NewLine + conventions.Trim();</a:t>
            </a:r>
            <a:endParaRPr lang="en-US" sz="950" dirty="0"/>
          </a:p>
        </p:txBody>
      </p:sp>
      <p:sp>
        <p:nvSpPr>
          <p:cNvPr id="10" name="Text 8"/>
          <p:cNvSpPr txBox="1"/>
          <p:nvPr/>
        </p:nvSpPr>
        <p:spPr>
          <a:xfrm>
            <a:off x="877824" y="3685032"/>
            <a:ext cx="4690872" cy="1139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ChatResponse response = await client.GetResponseAsync(</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[new ChatMessage(ChatRole.System, system),</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new ChatMessage(ChatRole.User, request)],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new ChatOptions { Tools = null,</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ToolMode = ChatToolMode.None }, ct);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return Parse(request, response.Text);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Shape 9"/>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2" name="Text 10"/>
          <p:cNvSpPr txBox="1"/>
          <p:nvPr/>
        </p:nvSpPr>
        <p:spPr>
          <a:xfrm>
            <a:off x="6638544" y="16733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src/MiniCode.Agent/CodingAgent.cs — gap two</a:t>
            </a:r>
            <a:endParaRPr lang="en-US" sz="950" dirty="0"/>
          </a:p>
        </p:txBody>
      </p:sp>
      <p:sp>
        <p:nvSpPr>
          <p:cNvPr id="13" name="Text 11"/>
          <p:cNvSpPr txBox="1"/>
          <p:nvPr/>
        </p:nvSpPr>
        <p:spPr>
          <a:xfrm>
            <a:off x="6638544" y="2008632"/>
            <a:ext cx="4690872" cy="8351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async Task&lt;TaskPlan&gt; PlanAsync(</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 request, CancellationToken ct = default)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TaskPlan plan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await _planner.CreateAsync(request, ct);</a:t>
            </a:r>
            <a:endParaRPr lang="en-US" sz="950" dirty="0"/>
          </a:p>
        </p:txBody>
      </p:sp>
      <p:sp>
        <p:nvSpPr>
          <p:cNvPr id="14" name="Text 12"/>
          <p:cNvSpPr txBox="1"/>
          <p:nvPr/>
        </p:nvSpPr>
        <p:spPr>
          <a:xfrm>
            <a:off x="6638544" y="2770632"/>
            <a:ext cx="4690872" cy="5303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 Planning is a model call like any other.</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 Module 8a's budget is only honest if every</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 call it does not see is charged explicitly.</a:t>
            </a:r>
            <a:endParaRPr lang="en-US" sz="950" dirty="0"/>
          </a:p>
        </p:txBody>
      </p:sp>
      <p:sp>
        <p:nvSpPr>
          <p:cNvPr id="15" name="Text 13"/>
          <p:cNvSpPr txBox="1"/>
          <p:nvPr/>
        </p:nvSpPr>
        <p:spPr>
          <a:xfrm>
            <a:off x="6638544" y="341071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_usedTokens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TokenEstimator.Estimate(request)</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TokenEstimator.Estimate(plan.Render());</a:t>
            </a:r>
            <a:endParaRPr lang="en-US" sz="950" dirty="0"/>
          </a:p>
        </p:txBody>
      </p:sp>
      <p:sp>
        <p:nvSpPr>
          <p:cNvPr id="16" name="Text 14"/>
          <p:cNvSpPr txBox="1"/>
          <p:nvPr/>
        </p:nvSpPr>
        <p:spPr>
          <a:xfrm>
            <a:off x="6638544" y="386791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return plan;</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7" name="Text 15"/>
          <p:cNvSpPr txBox="1"/>
          <p:nvPr/>
        </p:nvSpPr>
        <p:spPr>
          <a:xfrm>
            <a:off x="6638544" y="417271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src/MiniCode.Cli/MiniCodeVersion.cs</a:t>
            </a:r>
            <a:endParaRPr lang="en-US" sz="950" dirty="0"/>
          </a:p>
        </p:txBody>
      </p:sp>
      <p:sp>
        <p:nvSpPr>
          <p:cNvPr id="18" name="Text 16"/>
          <p:cNvSpPr txBox="1"/>
          <p:nvPr/>
        </p:nvSpPr>
        <p:spPr>
          <a:xfrm>
            <a:off x="6638544" y="450799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public const string Current = "0.2";</a:t>
            </a:r>
            <a:endParaRPr lang="en-US" sz="950" dirty="0"/>
          </a:p>
        </p:txBody>
      </p:sp>
      <p:sp>
        <p:nvSpPr>
          <p:cNvPr id="19" name="Text 17"/>
          <p:cNvSpPr txBox="1"/>
          <p:nvPr/>
        </p:nvSpPr>
        <p:spPr>
          <a:xfrm>
            <a:off x="6638544" y="4660392"/>
            <a:ext cx="4690872" cy="6827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CodingAgentFactory builds the planner with</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new Planner(chatClient, instructions.Load())</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 the same loaded AGENTS.md that already</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reaches the agent's instructions.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Notes on an Additive Fix</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2 CAPSTONE — PLANNING AGENT (V0.2)</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conventions is an optional constructor parameter</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So a Planner built without one behaves exactly as Module 9’s did. Every existing caller keeps compiling and the fix is additive.</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conventions are framed as a constraint, not advice</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same text in the agent’s instructions is guidance for writing code; here it is a test the plan has to pass.</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Module 7’s precedence still holds</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These are the repository’s rules about how its code should be written — exactly the half it is allowed to control.</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PlanAsync changed from an expression body to a method</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So it can do two things: get the plan, then charge for it. That is the whole of gap two.</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charge is the request plus the rendered plan</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 the full exchange. It under-reports — and under-reporting a little is very different from not counting at all.</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Nothing else in the solution changed</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Four files differ — the version, the planner, the agent, and the one line in the factory that wires them — and thirty-eight are carried forward byte-for-byte from Module 9.</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Step 4 Is the One to Point At</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The numbers below are real, measured against this Capstone’s own folder.</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PHASE 2 CAPSTONE — PLANNING AGENT (V0.2)</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two, neither with a reference implementation</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One: plan only when planning is worth it — judge whether the request is a task or a question, and skip the plan for questions. Two: carry the plan across a compaction, with a fourth WorkingState note kind.</a:t>
            </a:r>
            <a:endParaRPr lang="en-US" sz="1350" dirty="0"/>
          </a:p>
        </p:txBody>
      </p:sp>
      <p:sp>
        <p:nvSpPr>
          <p:cNvPr id="12" name="Text 9"/>
          <p:cNvSpPr txBox="1"/>
          <p:nvPr/>
        </p:nvSpPr>
        <p:spPr>
          <a:xfrm>
            <a:off x="868680" y="4069080"/>
            <a:ext cx="4709160" cy="20116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question produces one model call and no plan; work still produces a plan</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The decision must not cost a model call — a call to decide whether to make a call is not a saving</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After a compaction the state block shows the plan with its per-step markers intact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completed step does not revert to pending; a session with no plan renders as it does today</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AGENTS.md loaded: 14 lines</a:t>
            </a:r>
            <a:endParaRPr lang="en-US" sz="950" dirty="0"/>
          </a:p>
        </p:txBody>
      </p:sp>
      <p:sp>
        <p:nvSpPr>
          <p:cNvPr id="15" name="Text 12"/>
          <p:cNvSpPr txBox="1"/>
          <p:nvPr/>
        </p:nvSpPr>
        <p:spPr>
          <a:xfrm>
            <a:off x="6638544" y="2295652"/>
            <a:ext cx="4690872" cy="5684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1. [ ] Inspect CustomerService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2. [ ] Add IMemoryCache to the DI container</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3. [ ] Modify the service</a:t>
            </a:r>
            <a:endParaRPr lang="en-US" sz="950" dirty="0"/>
          </a:p>
        </p:txBody>
      </p:sp>
      <p:sp>
        <p:nvSpPr>
          <p:cNvPr id="16" name="Text 13"/>
          <p:cNvSpPr txBox="1"/>
          <p:nvPr/>
        </p:nvSpPr>
        <p:spPr>
          <a:xfrm>
            <a:off x="6638544" y="279095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4. [ ] Add tests for the cached path</a:t>
            </a:r>
            <a:endParaRPr lang="en-US" sz="950" dirty="0"/>
          </a:p>
        </p:txBody>
      </p:sp>
      <p:sp>
        <p:nvSpPr>
          <p:cNvPr id="17" name="Text 14"/>
          <p:cNvSpPr txBox="1"/>
          <p:nvPr/>
        </p:nvSpPr>
        <p:spPr>
          <a:xfrm>
            <a:off x="6638544" y="2956052"/>
            <a:ext cx="4690872" cy="5684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5. [ ] Build</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6. [ ] Test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 files have been modified.</a:t>
            </a:r>
            <a:endParaRPr lang="en-US" sz="950" dirty="0"/>
          </a:p>
        </p:txBody>
      </p:sp>
      <p:sp>
        <p:nvSpPr>
          <p:cNvPr id="18" name="Text 15"/>
          <p:cNvSpPr txBox="1"/>
          <p:nvPr/>
        </p:nvSpPr>
        <p:spPr>
          <a:xfrm>
            <a:off x="6638544" y="3451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and the accounting ===</a:t>
            </a:r>
            <a:endParaRPr lang="en-US" sz="950" dirty="0"/>
          </a:p>
        </p:txBody>
      </p:sp>
      <p:sp>
        <p:nvSpPr>
          <p:cNvPr id="19" name="Text 16"/>
          <p:cNvSpPr txBox="1"/>
          <p:nvPr/>
        </p:nvSpPr>
        <p:spPr>
          <a:xfrm>
            <a:off x="6638544" y="37993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instructions      ~  417 tokens</a:t>
            </a:r>
            <a:endParaRPr lang="en-US" sz="950" dirty="0"/>
          </a:p>
        </p:txBody>
      </p:sp>
      <p:sp>
        <p:nvSpPr>
          <p:cNvPr id="20" name="Text 17"/>
          <p:cNvSpPr txBox="1"/>
          <p:nvPr/>
        </p:nvSpPr>
        <p:spPr>
          <a:xfrm>
            <a:off x="6638544" y="39644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planning call     ~   56 tokens</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(uncounted before this Capstone)</a:t>
            </a:r>
            <a:endParaRPr lang="en-US" sz="950" dirty="0"/>
          </a:p>
        </p:txBody>
      </p:sp>
      <p:sp>
        <p:nvSpPr>
          <p:cNvPr id="21" name="Text 18"/>
          <p:cNvSpPr txBox="1"/>
          <p:nvPr/>
        </p:nvSpPr>
        <p:spPr>
          <a:xfrm>
            <a:off x="6638544" y="42946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context ~473 / 128,000 tokens (0%)</a:t>
            </a:r>
            <a:endParaRPr lang="en-US" sz="950" dirty="0"/>
          </a:p>
        </p:txBody>
      </p:sp>
      <p:sp>
        <p:nvSpPr>
          <p:cNvPr id="22" name="Text 19"/>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request said nothing about tests — the repository’s conventions did, and before this Capstone the planner never saw them.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2026-09-10T20:40:42Z</dcterms:created>
  <dcterms:modified xsi:type="dcterms:W3CDTF">2026-09-10T20:40:42Z</dcterms:modified>
</cp:coreProperties>
</file>