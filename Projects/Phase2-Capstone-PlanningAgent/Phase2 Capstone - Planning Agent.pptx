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gave MiniCode a memory and a plan. This Capstone stamps that as v0.2, and fixes two seams that only show up when you look at the Phase as a whole. One of them is a piece of accounting that Module 9 silently broke. We start from the Module 9 folder. Setup: nothing new. No package changes, and MiniCode.Workspace still has zero package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Phase 2 is in this folder: repository conventions from Module 7, the context budget and search-before-read from Module 8a, working state and compaction from Module 8b, and plans with task state from Module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Phase is where the interactions surface. Each Module in Phase 2 was verified on its own and each one worked. The two defects in this Capstone only exist between Modules: one where Module 9 does not know about Module 7, and one where Module 9 quietly invalidated Module 8a. Neither is visible from inside either Module, which is the argument for looking at a Phase as a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 one: the planner could not see the repository's conventions. Module 7 loads an AGENTS.md and folds it into the agent's instructions. Module 9 then built a planner that makes its own model call, with its own system prompt, and none of those conventions. So a repository whose rules say 'add tests for new functionality' produced plans with a test step only when the model happened to think of one. The conventions now reach the planner, framed as a constraint on the plan rather than as advice: 'a plan that ignores them is wrong'. The same text in the agent's instructions is guidance for writing code; here it is a test the plan has to pass. conventions is an optional constructor parameter, so a Planner built without one behaves exactly as Module 9's did. CodingAgentFactory builds the planner with the same loaded AGENTS.md that already reaches the agent's instructions. Module 7's precedence still holds: these are the repository's rules about how its code should be written, which is exactly the half the repository is allowed to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 two: planning was free, according to the budget. Module 8a's whole point is that the context window is measurable. Module 9 then added a second model call per turn, and nothing counted it. The tally tracked the request and the streamed answer, and the planning round trip simply did not exist. The budget was not slightly off; it was systematically wrong by one whole call every turn, and the number on screen looked healthy the entire time. PlanAsync changed from an expression body to a method so it can do two things: get the plan, then charge for it. The charge is an estimate of the request plus the rendered plan, not of the full model exchange; the prompt and the model's prose are not counted. It under-reports, and under-reporting a little is very different from not counting at all. The lesson generalises: a measurement is only honest while every path that spends the thing reports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v0.2 is. Point MiniCode at a repository it has never seen and it will read that repository's own rules, tell you what it intends to do before it does anything, and keep working after the conversation grows past the window, without touching a single file. Nothing else in the solution changed. Four files differ from Module 9: MiniCodeVersion, now 0.2; the planner; the agent; and the one line in the factory that wires them. Every other file is carried forward byte-for-byte. The lesson also says it will track how far it has got and revise the plan; that is left off here because TaskPlan's state machine is never driven from src/, as Module 19 says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one: plan only when planning is worth it. MiniCode currently makes two model calls for 'what does this repository do?', and the plan it produces for a question is noise. Add a cheap decision: before planning, judge whether the request is a task or a question, and skip the plan for questions. Acceptance criteria: a question produces one model call and no plan; a request phrased as work, such as 'add caching to CustomerService', still produces a plan; the decision itself must not cost a model call, because a call to decide whether to make a call is not a saving. Favour something simple. Exercise two: carry the plan across a compaction. WorkingState preserves what was asked, but the plan itself is regenerated from scratch every turn and its task states are lost. Give WorkingState a fourth note kind for the current plan, render it into the state block, and have the agent keep the plan rather than discarding it. Acceptance criteria: after a compaction the state block shows the plan with its per-step markers intact; a completed step does not revert to pending; a session with no plan renders exactly as it does today. Neither has a reference implementation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real, measured against this Capstone's own folder. The repository's own AGENTS.md is fourteen lines, and it now reaches both the agent and the planner. Step 4 is the one to point at on camera. The request said nothing about tests; the repository's conventions did, and before this Capstone the planner never saw them. The planning call's line is wrapped onto two lines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session at v0.2. The banner shows v0.2. Asked to add caching to CustomerService, it plans seven steps, prints the notice, then reports what it found: GetByIdAsync goes straight to the repository on every call, and nothing in Program.cs registers a cache. Steps 2 to 6 of the plan and the middle of the answer are trimmed from the slide, as are the '&gt; dotnet run' line and the final 'context ~2,190 / 128,000 tokens (2%)' line. That last sentence is v0.2 being honest. It can read the repository, read the repository's rules, decide what it would do, and say so, and it cannot do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v0.2 is not. It cannot write, run a command, use Git, or ask permission; it needs no permission for anything it can currently do. Module 10 adds write_file and edit_file through the same sandbox. Module 11a adds RunCommand for dotnet build and dotnet test. Module 12 lets the model chain its tools itself inside a single request. Module 14 adds Git status, diff and log. Module 15 puts approval in front of every call that changes something. It also plans on every turn, including 'what is this repository?', which is two model calls to answer a question that needed none. Module 16b adds /plan, but chat turns still plan before acting, so that cost stays. Phase 3 is where MiniCode starts acting, and Module 15 is where somebody finally gets asked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PHASE 2 CAPSTONE  ·  V0.2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Planning Agent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Phase 2 — Context &amp; Planning, consolidated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Module09-PlanningAndTaskState/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Phase2-Capstone-PlanningAgent/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MiniCode v0.2 can do with a repository it has never seen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some defects only exist between Modules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Seam one: the planner sees the repository's conventions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Seam two: the planning call is charged to the budget</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v0.2 still cannot do</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Phase 2 Capstone — Planning Agent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Everything Phase 2 built</a:t>
            </a:r>
            <a:endParaRPr lang="en-US" sz="2800" dirty="0"/>
          </a:p>
        </p:txBody>
      </p:sp>
      <p:sp>
        <p:nvSpPr>
          <p:cNvPr id="4" name="Shape 2"/>
          <p:cNvSpPr/>
          <p:nvPr/>
        </p:nvSpPr>
        <p:spPr>
          <a:xfrm>
            <a:off x="457200" y="1371600"/>
            <a:ext cx="185166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7</a:t>
            </a:r>
            <a:endParaRPr lang="en-US" sz="1500" dirty="0"/>
          </a:p>
        </p:txBody>
      </p:sp>
      <p:sp>
        <p:nvSpPr>
          <p:cNvPr id="8" name="Text 5"/>
          <p:cNvSpPr txBox="1"/>
          <p:nvPr/>
        </p:nvSpPr>
        <p:spPr>
          <a:xfrm>
            <a:off x="64008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repository's conventions, from AGENTS.md</a:t>
            </a:r>
            <a:endParaRPr lang="en-US" sz="1200" dirty="0"/>
          </a:p>
        </p:txBody>
      </p:sp>
      <p:sp>
        <p:nvSpPr>
          <p:cNvPr id="9" name="Shape 6"/>
          <p:cNvSpPr/>
          <p:nvPr/>
        </p:nvSpPr>
        <p:spPr>
          <a:xfrm>
            <a:off x="2583180" y="1371600"/>
            <a:ext cx="185166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8a</a:t>
            </a:r>
            <a:endParaRPr lang="en-US" sz="1500" dirty="0"/>
          </a:p>
        </p:txBody>
      </p:sp>
      <p:sp>
        <p:nvSpPr>
          <p:cNvPr id="13" name="Text 9"/>
          <p:cNvSpPr txBox="1"/>
          <p:nvPr/>
        </p:nvSpPr>
        <p:spPr>
          <a:xfrm>
            <a:off x="276606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context budget and search before read</a:t>
            </a:r>
            <a:endParaRPr lang="en-US" sz="1200" dirty="0"/>
          </a:p>
        </p:txBody>
      </p:sp>
      <p:sp>
        <p:nvSpPr>
          <p:cNvPr id="14" name="Shape 10"/>
          <p:cNvSpPr/>
          <p:nvPr/>
        </p:nvSpPr>
        <p:spPr>
          <a:xfrm>
            <a:off x="4709160" y="1371600"/>
            <a:ext cx="1851660" cy="1737360"/>
          </a:xfrm>
          <a:prstGeom prst="roundRect">
            <a:avLst>
              <a:gd name="adj" fmla="val 421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8b</a:t>
            </a:r>
            <a:endParaRPr lang="en-US" sz="1500" dirty="0"/>
          </a:p>
        </p:txBody>
      </p:sp>
      <p:sp>
        <p:nvSpPr>
          <p:cNvPr id="18" name="Text 13"/>
          <p:cNvSpPr txBox="1"/>
          <p:nvPr/>
        </p:nvSpPr>
        <p:spPr>
          <a:xfrm>
            <a:off x="489204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Working state and compaction</a:t>
            </a:r>
            <a:endParaRPr lang="en-US" sz="1200" dirty="0"/>
          </a:p>
        </p:txBody>
      </p:sp>
      <p:sp>
        <p:nvSpPr>
          <p:cNvPr id="19" name="Shape 14"/>
          <p:cNvSpPr/>
          <p:nvPr/>
        </p:nvSpPr>
        <p:spPr>
          <a:xfrm>
            <a:off x="6835140" y="1371600"/>
            <a:ext cx="1851660" cy="1737360"/>
          </a:xfrm>
          <a:prstGeom prst="roundRect">
            <a:avLst>
              <a:gd name="adj" fmla="val 421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Module 9</a:t>
            </a:r>
            <a:endParaRPr lang="en-US" sz="1500" dirty="0"/>
          </a:p>
        </p:txBody>
      </p:sp>
      <p:sp>
        <p:nvSpPr>
          <p:cNvPr id="23" name="Text 17"/>
          <p:cNvSpPr txBox="1"/>
          <p:nvPr/>
        </p:nvSpPr>
        <p:spPr>
          <a:xfrm>
            <a:off x="7018020" y="2057400"/>
            <a:ext cx="148590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Plans with task state</a:t>
            </a:r>
            <a:endParaRPr lang="en-US" sz="1200" dirty="0"/>
          </a:p>
        </p:txBody>
      </p:sp>
      <p:sp>
        <p:nvSpPr>
          <p:cNvPr id="24" name="Text 18"/>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Each one was verified on its own, and each one worked.</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Phase is where the interactions surface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Between Modules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Neither defect is visible from inside either Module.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Modules 7 and 9</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planner never saw AGENTS.md</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Modules 8a and 9</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planning call was never counted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 remedy</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Look at the Phase as a unit</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SEAM ONE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planner now sees the conventions</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Module 9's planner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Its own system prompt, no AGENTS.md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test step only by luck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rules reached the agent, not the plan</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This Capstone's planner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conventions are appended to its prompt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Framed as "a plan that ignores them is wrong"</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 optional parameter: old callers unchanged</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Module 7's precedence still holds: the repository controls how code is written, not what MiniCode may do.</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SEAM TWO</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Planning was free, according to the budget</a:t>
            </a:r>
            <a:endParaRPr lang="en-US" sz="28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The turn</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Request and streamed answer: always counted</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The plan</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second model call every turn: never counted</a:t>
            </a:r>
            <a:endParaRPr lang="en-US" sz="1200" dirty="0"/>
          </a:p>
        </p:txBody>
      </p:sp>
      <p:sp>
        <p:nvSpPr>
          <p:cNvPr id="14" name="Shape 10"/>
          <p:cNvSpPr/>
          <p:nvPr/>
        </p:nvSpPr>
        <p:spPr>
          <a:xfrm>
            <a:off x="6126480" y="1371600"/>
            <a:ext cx="2560320" cy="1737360"/>
          </a:xfrm>
          <a:prstGeom prst="roundRect">
            <a:avLst>
              <a:gd name="adj" fmla="val 421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Now charged</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Request plus rendered plan, after every PlanAsync</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measurement is only honest while every path that spends the thing reports it.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V0.2 IS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Reads the rules, plans, touches nothing</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Reads the rules</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repository's own AGENTS.md</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Plans first</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Says what it would do before anything</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Survives the window</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Compacts past the context limit</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Touches nothing</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Every file is as it was</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Four files changed: the version, the planner, the agent, and one line of the factory.</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Plan only when worth it, and keep the plan</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One: skip the plan for a question, decided without a model call. Two: carry the plan, with its step markers, across a compaction.</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src/MiniCode.Agent/</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question costs one model call and shows no plan; a work request still gets one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decision itself costs no model call</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After a compaction the state block shows the plan, markers intact</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completed step never reverts, and a session with no plan renders as today</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200" b="1" dirty="0">
                <a:solidFill>
                  <a:srgbClr val="1F2937"/>
                </a:solidFill>
                <a:latin typeface="Cambria" pitchFamily="34" charset="0"/>
                <a:ea typeface="Cambria" pitchFamily="34" charset="-122"/>
                <a:cs typeface="Cambria" pitchFamily="34" charset="-120"/>
              </a:rPr>
              <a:t>The conventions reach the plan, and the plan is paid for</a:t>
            </a:r>
            <a:endParaRPr lang="en-US" sz="2200" dirty="0"/>
          </a:p>
        </p:txBody>
      </p:sp>
      <p:sp>
        <p:nvSpPr>
          <p:cNvPr id="4" name="Shape 2"/>
          <p:cNvSpPr/>
          <p:nvPr/>
        </p:nvSpPr>
        <p:spPr>
          <a:xfrm>
            <a:off x="457200" y="1325880"/>
            <a:ext cx="5257800" cy="3017520"/>
          </a:xfrm>
          <a:prstGeom prst="roundRect">
            <a:avLst>
              <a:gd name="adj" fmla="val 2424"/>
            </a:avLst>
          </a:prstGeom>
          <a:solidFill>
            <a:srgbClr val="0F1420"/>
          </a:solidFill>
          <a:ln w="12700">
            <a:solidFill>
              <a:srgbClr val="0F1420"/>
            </a:solidFill>
            <a:prstDash val="solid"/>
          </a:ln>
        </p:spPr>
      </p:sp>
      <p:sp>
        <p:nvSpPr>
          <p:cNvPr id="5" name="Text 3"/>
          <p:cNvSpPr txBox="1"/>
          <p:nvPr/>
        </p:nvSpPr>
        <p:spPr>
          <a:xfrm>
            <a:off x="640080" y="1463040"/>
            <a:ext cx="4892040" cy="27432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AGENTS.md loaded: 14 lines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1. [ ] Inspect CustomerService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 [ ] Add IMemoryCache to the DI container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3. [ ] Modify the service</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4. [ ] Add tests for the cached path</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5. [ ] Build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6. [ ] Test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No files have been modified.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instructions      ~  417 tokens</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planning call     ~   56 tokens</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(uncounted before this Capstone)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context ~473 / 128,000 tokens (0%)</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Step 4</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request never mentioned tests; the conventions did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~56 tokens</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planning call, now on the books</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full session at v0.2</a:t>
            </a:r>
            <a:endParaRPr lang="en-US" sz="2800" dirty="0"/>
          </a:p>
        </p:txBody>
      </p:sp>
      <p:sp>
        <p:nvSpPr>
          <p:cNvPr id="4" name="Shape 2"/>
          <p:cNvSpPr/>
          <p:nvPr/>
        </p:nvSpPr>
        <p:spPr>
          <a:xfrm>
            <a:off x="457200" y="1325880"/>
            <a:ext cx="5257800" cy="3017520"/>
          </a:xfrm>
          <a:prstGeom prst="roundRect">
            <a:avLst>
              <a:gd name="adj" fmla="val 2424"/>
            </a:avLst>
          </a:prstGeom>
          <a:solidFill>
            <a:srgbClr val="0F1420"/>
          </a:solidFill>
          <a:ln w="12700">
            <a:solidFill>
              <a:srgbClr val="0F1420"/>
            </a:solidFill>
            <a:prstDash val="solid"/>
          </a:ln>
        </p:spPr>
      </p:sp>
      <p:sp>
        <p:nvSpPr>
          <p:cNvPr id="5" name="Text 3"/>
          <p:cNvSpPr txBox="1"/>
          <p:nvPr/>
        </p:nvSpPr>
        <p:spPr>
          <a:xfrm>
            <a:off x="640080" y="1463040"/>
            <a:ext cx="4892040" cy="27432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MiniCode v0.2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Workspace: D:\Repos\CustomerPortal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MiniCode. Type 'exit' to quit.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&gt; Add caching to CustomerService.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1. [ ] Inspect CustomerService and its current dependencies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7. [ ] Test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No files have been modified.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I've looked at src/CustomerPortal.Core/CustomerService.cs:24</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The plan above is what I'd do; I can't make any of</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these changes yet.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v0.2</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version line moved at the Capstone</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Honest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says what it would do, and that it can't yet</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Phase 2 Capstone — Planning Agent</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Cannot write a file</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10  </a:t>
            </a:r>
            <a:pPr indent="0" marL="0">
              <a:buNone/>
            </a:pPr>
            <a:r>
              <a:rPr lang="en-US" sz="1250" dirty="0">
                <a:solidFill>
                  <a:srgbClr val="FFFFFF"/>
                </a:solidFill>
                <a:latin typeface="Calibri" pitchFamily="34" charset="0"/>
                <a:ea typeface="Calibri" pitchFamily="34" charset="-122"/>
                <a:cs typeface="Calibri" pitchFamily="34" charset="-120"/>
              </a:rPr>
              <a:t>write_file and edit_file, through the same sandbox</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Cannot run a command</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11a  </a:t>
            </a:r>
            <a:pPr indent="0" marL="0">
              <a:buNone/>
            </a:pPr>
            <a:r>
              <a:rPr lang="en-US" sz="1250" dirty="0">
                <a:solidFill>
                  <a:srgbClr val="FFFFFF"/>
                </a:solidFill>
                <a:latin typeface="Calibri" pitchFamily="34" charset="0"/>
                <a:ea typeface="Calibri" pitchFamily="34" charset="-122"/>
                <a:cs typeface="Calibri" pitchFamily="34" charset="-120"/>
              </a:rPr>
              <a:t>run_command runs a process safely</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Cannot chain its own steps</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12  </a:t>
            </a:r>
            <a:pPr indent="0" marL="0">
              <a:buNone/>
            </a:pPr>
            <a:r>
              <a:rPr lang="en-US" sz="1250" dirty="0">
                <a:solidFill>
                  <a:srgbClr val="FFFFFF"/>
                </a:solidFill>
                <a:latin typeface="Calibri" pitchFamily="34" charset="0"/>
                <a:ea typeface="Calibri" pitchFamily="34" charset="-122"/>
                <a:cs typeface="Calibri" pitchFamily="34" charset="-120"/>
              </a:rPr>
              <a:t>The model chains tools itself inside a single request</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Knows nothing of Git</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14  </a:t>
            </a:r>
            <a:pPr indent="0" marL="0">
              <a:buNone/>
            </a:pPr>
            <a:r>
              <a:rPr lang="en-US" sz="1250" dirty="0">
                <a:solidFill>
                  <a:srgbClr val="FFFFFF"/>
                </a:solidFill>
                <a:latin typeface="Calibri" pitchFamily="34" charset="0"/>
                <a:ea typeface="Calibri" pitchFamily="34" charset="-122"/>
                <a:cs typeface="Calibri" pitchFamily="34" charset="-120"/>
              </a:rPr>
              <a:t>GitStatus, GitDiff and GitLog</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Never asks permission</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Approval in front of every call that changes something</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MiniCode v0.2 — Planning Agent</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Phase 2 Capstone — Planning Agent</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Capstone — Planning Agent (v0.2)</dc:title>
  <dc:subject>PptxGenJS Presentation</dc:subject>
  <dc:creator>MiniCode Course</dc:creator>
  <cp:lastModifiedBy>MiniCode Course</cp:lastModifiedBy>
  <cp:revision>1</cp:revision>
  <dcterms:created xsi:type="dcterms:W3CDTF">2026-10-01T23:15:18Z</dcterms:created>
  <dcterms:modified xsi:type="dcterms:W3CDTF">2026-10-01T23:15:18Z</dcterms:modified>
</cp:coreProperties>
</file>