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PHASE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7589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Autonomous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Loop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has existed since 11b. This is what lets the model chain them itself — and a guard that keeps the chain from spinning.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55280" y="1234440"/>
            <a:ext cx="3566160" cy="4343400"/>
          </a:xfrm>
          <a:prstGeom prst="roundRect">
            <a:avLst>
              <a:gd name="adj" fmla="val 307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 the build."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83880" y="1856232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/>
          <p:nvPr/>
        </p:nvSpPr>
        <p:spPr>
          <a:xfrm>
            <a:off x="8183880" y="1856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49640" y="181051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dotnet build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83880" y="2258568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818388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549640" y="2212848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examine errors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83880" y="2660904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4" name="Text 12"/>
          <p:cNvSpPr/>
          <p:nvPr/>
        </p:nvSpPr>
        <p:spPr>
          <a:xfrm>
            <a:off x="8183880" y="2660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49640" y="2615184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83880" y="3063240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3063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49640" y="30175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83880" y="3465576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0" name="Text 18"/>
          <p:cNvSpPr/>
          <p:nvPr/>
        </p:nvSpPr>
        <p:spPr>
          <a:xfrm>
            <a:off x="818388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3419856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83880" y="3867912"/>
            <a:ext cx="274320" cy="274320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/>
          <p:nvPr/>
        </p:nvSpPr>
        <p:spPr>
          <a:xfrm>
            <a:off x="8183880" y="38679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49640" y="38221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dotnet build again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83880" y="4334256"/>
            <a:ext cx="306324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183880" y="4471416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→ continue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 → stop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183880" y="5111496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request. No human between steps.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Already Loops — We Leave Its Settings Alone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7/icons/infin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Module Since 5a Has Relied on This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wraps the model in a FunctionInvokingChatClient: the model asks for a tool, MAF runs it, feeds the result back, asks again — until it stops asking. One RunStreamingAsync call can already contain the whole build-fix-rebuild sequence.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" y="4709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first time that loop needs a policy of MiniCode’s own.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deck17/icons/gau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0664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MAF’s Own Settings, Untouched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6629400" y="26060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MaximumIterationsPerRequest (40) stays a distant backstop, well above the cap this Module adds. MaximumConsecutiveErrorsPerRequest counts thrown exceptions — Module 5a’s never-throw rule means MiniCode’s tools never produce one.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629400" y="4572000"/>
            <a:ext cx="4709160" cy="594360"/>
          </a:xfrm>
          <a:prstGeom prst="roundRect">
            <a:avLst>
              <a:gd name="adj" fmla="val 9231"/>
            </a:avLst>
          </a:prstGeom>
          <a:solidFill>
            <a:srgbClr val="1E2761"/>
          </a:solidFill>
          <a:ln/>
        </p:spPr>
      </p:sp>
      <p:sp>
        <p:nvSpPr>
          <p:cNvPr id="16" name="Text 12"/>
          <p:cNvSpPr/>
          <p:nvPr/>
        </p:nvSpPr>
        <p:spPr>
          <a:xfrm>
            <a:off x="6766560" y="457200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 that fails is Exit code 1 — not an exception.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 Belongs at the Same Chokepoint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IToolInvoker — the same shape as Module 11b’s AllowListedShellExecutor, one chokepoint over.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3FBFB0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2402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deck17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77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148840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MiniCode.Infrastructure could not host this even if it wanted to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9748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reference MiniCode.Tools, so it cannot see IToolInvoker at all. The rule of thumb from the project layout holds: the loop is MiniCode.Agent’s job.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416052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15’s approval and Module 17’s tracing will land in the same project, for the same reason.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and everything that governs it, is the Agent’s.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Refuse, One Way to Reset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39496" y="1463040"/>
            <a:ext cx="5349240" cy="2468880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795528" y="1719072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7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85623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17373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exact repeat cannot help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13816" y="237744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is deterministic for the same input. Serialize the arguments — never ToString() them; an array’s ToString() prints its type name, not its contents.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0216" y="1463040"/>
            <a:ext cx="5349240" cy="2468880"/>
          </a:xfrm>
          <a:prstGeom prst="roundRect">
            <a:avLst>
              <a:gd name="adj" fmla="val 3704"/>
            </a:avLst>
          </a:prstGeom>
          <a:solidFill>
            <a:srgbClr val="3FBFB0"/>
          </a:solidFill>
          <a:ln/>
        </p:spPr>
      </p:sp>
      <p:sp>
        <p:nvSpPr>
          <p:cNvPr id="10" name="Shape 7"/>
          <p:cNvSpPr/>
          <p:nvPr/>
        </p:nvSpPr>
        <p:spPr>
          <a:xfrm>
            <a:off x="6556248" y="17190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deck17/icons/gau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5623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7373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hard ceiling is the backstop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74536" y="237744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one argument slightly every time defeats a repeat check completely. A flat count per request does not care what the pattern looked like.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2960" y="411480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438912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deck17/icons/bro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5262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279392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 resets once per request, not once per session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874520" y="475488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state must not survive into whatever the user asks next — a second, unrelated request for the same command a minute later is not a repeat of anything.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Guard, One Chokepoint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88920" y="1508760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1714500"/>
            <a:ext cx="457200" cy="45720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7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5536" y="18333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703320" y="161848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requests a tool call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MAF’s existing loop</a:t>
            </a:r>
            <a:endParaRPr lang="en-US" sz="1100" dirty="0"/>
          </a:p>
        </p:txBody>
      </p:sp>
      <p:pic>
        <p:nvPicPr>
          <p:cNvPr id="9" name="Image 1" descr="/home/claude/deck17/icons/arrow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76" y="2432304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88920" y="2670048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3FBFB0"/>
          </a:solidFill>
          <a:ln/>
        </p:spPr>
      </p:sp>
      <p:sp>
        <p:nvSpPr>
          <p:cNvPr id="11" name="Shape 7"/>
          <p:cNvSpPr/>
          <p:nvPr/>
        </p:nvSpPr>
        <p:spPr>
          <a:xfrm>
            <a:off x="3017520" y="28757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2" descr="/home/claude/deck17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536" y="2994660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03320" y="277977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LoopGuardInvoker.InvokeAsync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703320" y="31546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cap, then checks exact-repeat</a:t>
            </a:r>
            <a:endParaRPr lang="en-US" sz="1100" dirty="0"/>
          </a:p>
        </p:txBody>
      </p:sp>
      <p:pic>
        <p:nvPicPr>
          <p:cNvPr id="15" name="Image 3" descr="/home/claude/deck17/icons/arrowd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593592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788920" y="3831336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7" name="Shape 11"/>
          <p:cNvSpPr/>
          <p:nvPr/>
        </p:nvSpPr>
        <p:spPr>
          <a:xfrm>
            <a:off x="3017520" y="4037076"/>
            <a:ext cx="457200" cy="45720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8" name="Image 4" descr="/home/claude/deck17/icons/rou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5536" y="415594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03320" y="394106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trips → inner.InvokeAsync(...)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3703320" y="431596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DirectToolInvoker, unchanged since 5a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548640" y="5020056"/>
            <a:ext cx="11109960" cy="1325880"/>
          </a:xfrm>
          <a:prstGeom prst="roundRect">
            <a:avLst>
              <a:gd name="adj" fmla="val 6897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822960" y="5276088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23" name="Image 5" descr="/home/claude/deck17/icons/exclamati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5394960"/>
            <a:ext cx="292608" cy="29260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508760" y="5184648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deliberately does not catch: a short cycle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508760" y="5614416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file A, edit it back, edit A again — no individual call ever repeats the one immediately before it. That gap is the Exercise.</a:t>
            </a:r>
            <a:endParaRPr lang="en-US" sz="1300" dirty="0"/>
          </a:p>
        </p:txBody>
      </p:sp>
      <p:sp>
        <p:nvSpPr>
          <p:cNvPr id="26" name="Text 18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27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Moves to a Guard That Stays Out of the 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904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Reset() runs once, before the await foreach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61872" y="210312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guard state per request, not per streamed fragment.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4904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counts iterations; this Module counts calls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31152" y="210312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units is why 20 is deliberately well under MAF’s 40, not equal to 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08376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17296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72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308152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Serialize the arguments, never ToString() them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1872" y="36941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JSON distinguishes ["build"] from ["nuget","push"] — ToString() can’t.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3008376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17296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172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308152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checks run before inner.InvokeAsync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31152" y="36941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call never starts a process or touches a file.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7640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764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6725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LoopGuardInvoker lives in MiniCode.Agent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61872" y="5285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has no reference to Tools and cannot see IToolInvoker.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59943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7640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764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6725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AgentInstructions.Core changes for the first time since Module 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31152" y="5285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changed — the model’s own idea of "done" did.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the Oscillation, Not Just the Repeat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4800600"/>
          </a:xfrm>
          <a:prstGeom prst="roundRect">
            <a:avLst>
              <a:gd name="adj" fmla="val 1905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7/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detect a short cycle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last few call keys (four is enough) and refuse a call that already appears among them — not only one that matches the single most recent call.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3200400"/>
            <a:ext cx="5349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four existing behaviors still pass: cap, exact repeat, differing arguments, Reset()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period-2 oscillation (A, B, A) is refused on that third call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Three or more genuinely different calls in a row are never refused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Detecting a longer cycle than two is not required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0372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first call: dotnet build ===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903720" y="187452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succeeded.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Warning(s)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Error(s)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903720" y="28803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exact repeat ===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903720" y="3200400"/>
            <a:ext cx="448056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40880" y="320040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'run_command' was just called with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these exact arguments. Try a different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command, argument, or file.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903720" y="41605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21st call in a fresh request ===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903720" y="4480560"/>
            <a:ext cx="448056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40880" y="448056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Stopped after 20 tool calls in this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request. Summarize instead.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903720" y="53492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is what lets the fix-and-confirm sequence happen unattended — not a new tool call anywhere.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2026-09-09T20:43:31Z</dcterms:created>
  <dcterms:modified xsi:type="dcterms:W3CDTF">2026-09-09T20:43:31Z</dcterms:modified>
</cp:coreProperties>
</file>