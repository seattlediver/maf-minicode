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Module of the back half of Phase 3. Ships as part of Phase 3 Capstone — Autonomous Fixer (v0.3). Module 5a’s IToolInvoker and Module 11b’s AllowListedShellExecutor: this Module reuses that exact wrap-don’t-touch shape a second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instance ChatClientAgent builds internally is reachable: agent.GetService&lt;FunctionInvokingChatClient&gt;() returns it and its properties are settable. MiniCode leaves both alone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guard’s state must not survive into whatever the user asks next — a second, unrelated request for the same command a minute later is not a repeat of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itself — "Find and fix the build problem." against a repository with a dropped semicolon — needs a live OPENAI_API_KEY, since it is the model driving the sequence. What it produces is not new behaviour: run_command returns the same error CS1002 text Module 11a captured, the model locates and edits the line, and run_command runs again to confirm — Exit code 0 where it was 1. Module 12 is what lets that happen unattended, inside one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PHASE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Autonomous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Loop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this needs has existed since Module 11b; until now a human drove each step by hand. This Module lets the model chain them itself, inside one request — plus a guard that keeps the chain from spinning.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Module11b-TheCommandAllowList/ — nothing about IShellExecutor, ShellTools or the allow list changes.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 System.Text.Json is in the shared framework.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the build."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dotnet build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examine errors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dotnet build again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31927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FAILED -&gt; continue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57530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SUCCESS -&gt; stop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42632" y="4032504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8" name="Text 16"/>
          <p:cNvSpPr txBox="1"/>
          <p:nvPr/>
        </p:nvSpPr>
        <p:spPr>
          <a:xfrm>
            <a:off x="7342632" y="4197096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request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human between steps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342632" y="4837176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existed. The chaining did not.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Already Loops — We Leave Its Settings Alone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Module Since 5a Has Relied on This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wraps the model in a FunctionInvokingChatClient: the model asks for a tool, MAF runs it, feeds the result back, asks again — until it stops asking. One RunStreamingAsync call can already contain the whole build-fix-rebuild sequence.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first time that loop needs a policy of MiniCode's own.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MAF’s Own Settings, Untouched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MaximumIterationsPerRequest (default 40) stays a distant backstop, well above the cap this Module adds. MaximumConsecutiveErrorsPerRequest counts thrown exceptions — and Module 5a's never-throw rule means MiniCode's tools never produce one.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 that fails is Exit code 1 — not an exception.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the Guard Is Built 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 belongs where Module 5a already put the chokepoint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IToolInvoker — the same shape as 11b’s AllowListedShellExecutor, one layer over. MiniCode.Infrastructure could not host it: it does not reference MiniCode.Tools, so it cannot see IToolInvoker at all.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identical call, back to back, cannot produce new information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MiniCode’s tools is deterministic for the same input unless something else changed the file in between — so refusing an exact repeat costs nothing real.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arguments has to serialize them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array’s ToString() prints its type name, not its contents, so two run_command calls with different argument arrays would look identical if compared that way.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474720"/>
            <a:ext cx="53263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7033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6758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hard ceiling is the backstop for a model that wanders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4187952"/>
            <a:ext cx="42291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one argument slightly every time defeats a repeat check completely; a flat count per request does not care what the pattern looked like. And the guard resets once per request, not once per session.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Guard, One Chokepoint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377440" y="141732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662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46120" y="15819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requests a tool call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194767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MAF's existing loop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5000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377440" y="265176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287121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624" y="29992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46120" y="281635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LoopGuardInvoker.InvokeAsync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318211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cap, then checks for an exact repeat — both before inner.InvokeAsync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58444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377440" y="388620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578608" y="410565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423367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246120" y="40507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trips  →  inner.InvokeAsync(...)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3246120" y="441655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DirectToolInvoker, unchanged since 5a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48640" y="51663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41248" y="5458968"/>
            <a:ext cx="566928" cy="566928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0527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54480" y="5367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deliberately does not catch: a short cycle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554480" y="58064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file A, edit it back, edit A again — no individual call ever repeats the one immediately before it. That gap is the Exercise.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Cap, a Key, and One Line at the Top of the Turn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src/MiniCode.Agent/LoopGuardInvoker.cs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08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const int MaxCallsPerRequest = 20;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1610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int _calls;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string? _lastCall;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4658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Reset()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_calls = 0;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_lastCall = null;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278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ValueTask&lt;object?&gt; InvokeAsync(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ToolInvocation invocation,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cancellationToken)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837432"/>
            <a:ext cx="469087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(++_calls &gt; MaxCallsPerRequest)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$"Stopped after {MaxCallsPerRequest}"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" tool calls in this request. ...";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call = invocation.Name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JsonSerializer.Serialize(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invocation.Arguments);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(call == _lastCall)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$"'{invocation.Name}' was just"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" called with these exact arguments. ...";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52090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_lastCall = call;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inner.InvokeAsync(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invocation, cancellationToken);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38544" y="167335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 — one line at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top of the method that already ran every request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21610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IAsyncEnumerable&lt;string&gt;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RunStreamingAsync(string request,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[EnumeratorCancellation]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CancellationToken ct = default)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_guard.Reset();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3075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_usedTokens += TokenEstimator.Estimate(request);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32278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src/MiniCode.Agent/AgentInstructions.cs — the new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second half of Core. Floor and Compose unchanged.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3715512"/>
            <a:ext cx="4690872" cy="1292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"retrying it unchanged. When fixing a problem,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run the relevant command — usually dotnet build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dotnet test — before guessing at a cause,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run it again after editing to confirm the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fix actually worked; do not declare something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fixed without rerunning it. If a command fails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the same way twice, stop and explain what you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tried instead of repeating it."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CodingAgentFactory builds one LoopGuardInvoker wrapping a DirectToolInvoker, passes it to ToolCatalog where DirectToolInvoker used to go, and passes the same instance to CodingAgent so RunStreamingAsync can reset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Moves to a Guard That Stays Out of the Way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Reset() runs once, before the await foreach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guard state per request, not per streamed fragment.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counts iterations; this Module counts calls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iteration is a model round trip, which can itself make several tool calls. Different units is why 20 is deliberately well under MAF’s 40, not equal to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Serialize the arguments, never ToString() them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directly: an AIFunctionArguments holding a string[] prints System.String[] regardless of contents, but serializes to the real JSON array — the only thing that distinguishes ["build"] from ["nuget","push"].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checks run before inner.InvokeAsync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call — capped or repeated — never reaches DirectToolInvoker, never starts a process, never touches a file.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 lives in MiniCode.Agent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 it implements an interface Tools owns. Infrastructure could not have hosted it regardless. Module 15’s approval and Module 17’s tracing land in the same project for the same reason.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AgentInstructions.Core changes for the first time since Module 7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changed to justify it — the model’s own idea of what "done" looks like did.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Oscillation, Not Just the Repeat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— THE AUTONOMOUS CODING LOOP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detect a short cycle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last few call keys (four is enough) and refuse a call that already appears among them — not only one that matches the single most recent call.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1188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existing behaviours still pass: the cap, the exact repeat, differing arguments, and Reset()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period-2 oscillation (A, B, A) is refused on that third call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more genuinely different calls in a row are never refused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 longer cycle than two is not required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6733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first call: dotnet build ===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202133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    0 Error(s)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3515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exact repeat, nothing changed ===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699512"/>
            <a:ext cx="4690872" cy="73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'run_command' was just called with these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arguments. Repeating it will not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 new information — try a different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command, argument, or file.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3599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after Reset(): the 21st call ===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707892"/>
            <a:ext cx="4690872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Stopped after 20 tool calls in this request.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what you found or changed instead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continuing.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driving LoopGuardInvoker directly against the real run_command tool — no model, no API key needed for this part.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2026-09-10T20:11:18Z</dcterms:created>
  <dcterms:modified xsi:type="dcterms:W3CDTF">2026-09-10T20:11:18Z</dcterms:modified>
</cp:coreProperties>
</file>