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Starting point: Module16a-DispatchAndInformationalCommands/. Fourth Module of Phase 4, shipping as part of the Phase 4 Capstone — Developer CLI (v0.4). Prerequisites are Module 9's Planner/TaskPlan and Module 14's git_diff. Nothing to install. /plan and /review are two more case arms in the Module 16a dispatcher, not a second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/plan's handler is the only case arm that validates its argument first. Every other command either needs no argument or tolerates a missing one — /commit falls back to a default message — but a plan with no request to plan for is simply an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empty-diff guard is an if, not a special case inside the prompt. Asking the model to say "nothing to review" when handed nothing would still cost a call; checking first costs nothing. And a second no-tools call is still a call, so it charges the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 takes only an IChatClient. CodingAgent’s constructor gains a Reviewer parameter stored alongside _planner; CodingAgentFactory builds it as new Reviewer(chatClient) — the same chatClient Planner already uses, so there is no second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the same way as Planner: the call is made with no tools at all, so a review can only read the diff it is handed — never the repository, never a file. The highlighted guard is the empty-diff check, which runs before a single ChatMessage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ICodingAgent gains one member alongside InvokeToolAsync and ClearSession, still string-only. HelpText gains two lines describing /plan and /review.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empty-diff guard is proven by handing Reviewer a client that throws if it is ever called. A /review against a repository with real changes needs a live OPENAI_API_KEY, since the report itself is the model’s judgment rather than this lesson's code — what reaches it is exactly ReviewAsync: git_diff's real output becomes the one user message Reviewer sends.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98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16B · PHASE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82216"/>
            <a:ext cx="6309360" cy="1247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CLI: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and Review Modes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32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16a wired the mechanical commands straight to existing tools. These are the two that need real new logic — a plan with nothing after it, and a second no-tools call that reads a diff.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Module16a-DispatchAndInformationalCommands/ — fourth Module of Phase 4.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to install. No new package.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"&gt; /review"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60920" y="1810512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60920" y="18105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744968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SlashCommand.TryParse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60920" y="2212848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60920" y="2212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744968" y="21854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DispatchAsync -&gt; "review"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60920" y="2615184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60920" y="2615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44968" y="2587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InvokeToolAsync("git_diff")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60920" y="3017520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60920" y="3017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744968" y="29900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Reviewer: Tools = null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0920" y="3419856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60920" y="34198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44968" y="33924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model call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60920" y="3822192"/>
            <a:ext cx="237744" cy="237744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60920" y="38221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744968" y="37947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 printed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42632" y="4288536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28" name="Text 26"/>
          <p:cNvSpPr txBox="1"/>
          <p:nvPr/>
        </p:nvSpPr>
        <p:spPr>
          <a:xfrm>
            <a:off x="7342632" y="4453128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 diff → answered in code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tools    → cannot write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342632" y="5074920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commands. One new call.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Reuses a Call; One Adds a Call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16B — DEVELOPER CLI: PLAN AND REVIEW MODES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/plan Reuses PlanAsync for What It Already Was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chat turn has planned before acting since Module 9. /plan is that same call, invoked on its own, with nothing after it. plan.Render() is Module 9's method, unchanged — the rendering was never the part that needed building.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loop runs, so there is no "no files modified" notice: that notice describes a run which here never happens.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/review Is Planner's Shape, Aimed Elsewhere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makes one model call with Tools = null — it cannot read a file, run a command, or edit anything, structurally, the same guarantee Planner has had since Module 9. Where Planner turns a request into steps, Reviewer turns a diff into a report.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call, no tools at all.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Diff Is Fetched, Not Typed — and Both Modes Pay Honestly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16B — DEVELOPER CLI: PLAN AND REVIEW MODES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One Path to the Diff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syllabus's own example is bare — &gt; /review, with no argument — because there is only one diff to review: whatever git_diff currently returns. CodingAgent.ReviewAsync calls that same tool through the same InvokeToolAsync /diff already calls.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 does not re-implement fetching a diff.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Spent on Nothing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diff never reaches the model: Reviewer checks before building a single ChatMessage, so reviewing nothing is answered in code rather than by spending a call to be told there was nothing to say. When a call does happen, ReviewAsync estimates the diff and the report exactly as PlanAsync already estimates a request and its plan.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Command, One Diff, One Toolless Call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16B — DEVELOPER CLI: PLAN AND REVIEW MODES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377440" y="1417320"/>
            <a:ext cx="7406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2578608" y="163677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6624" y="17647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46120" y="15819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DispatchAsync  →  case "review"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246120" y="194767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more case arms in Module 16a's dispatcher, not a second mechanism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35000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2377440" y="2651760"/>
            <a:ext cx="7406640" cy="914400"/>
          </a:xfrm>
          <a:prstGeom prst="roundRect">
            <a:avLst>
              <a:gd name="adj" fmla="val 8000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8608" y="2871216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624" y="299923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246120" y="281635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CodingAgent.ReviewAsync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46120" y="318211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InvokeToolAsync("git_diff") — the one path /diff already takes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852160" y="3584448"/>
            <a:ext cx="457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2377440" y="3886200"/>
            <a:ext cx="7406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19" name="Shape 15"/>
          <p:cNvSpPr/>
          <p:nvPr/>
        </p:nvSpPr>
        <p:spPr>
          <a:xfrm>
            <a:off x="2578608" y="4105656"/>
            <a:ext cx="512064" cy="512064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4233672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246120" y="40507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Reviewer.ReviewAsync  —  Tools = null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3246120" y="441655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call that can only read the diff it was handed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548640" y="516636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 w="15875">
            <a:solidFill>
              <a:srgbClr val="F87171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41248" y="5458968"/>
            <a:ext cx="566928" cy="566928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05272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554480" y="536752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Reviewer is not given: conventions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1554480" y="580644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takes a repository's own style rules, because those shape what a plan should do. They have no obvious bearing on whether a diff is correct, so this Module does not thread AGENTS.md through review as well.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Reviewer: One Call, No Tools at All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16B — DEVELOPER CLI: PLAN AND REVIEW MODES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10405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src/MiniCode.Agent/Reviewer.cs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034032"/>
            <a:ext cx="10405872" cy="1851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sealed class Reviewer(IChatClient client)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const string Prompt =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"You are reviewing a Git diff, not a whole repository. Read only the diff below "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 "and report, briefly: correctness problems, regressions, security issues, "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 "changes that look unnecessary, and tests that appear to be missing. If the "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 "diff raises none of these, say so plainly instead of inventing a concern.";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async Task&lt;string&gt; ReviewAsync(string diff, CancellationToken cancellationToken = default)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812032"/>
            <a:ext cx="10405872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(string.IsNullOrWhiteSpace(diff))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"Nothing to review — there are no unstaged changes.";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4523232"/>
            <a:ext cx="10405872" cy="131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ChatResponse response = await client.GetResponseAsync(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[new ChatMessage(ChatRole.System, Prompt), new ChatMessage(ChatRole.User, diff)],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new ChatOptions { Tools = null, ToolMode = ChatToolMode.None },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cancellationToken);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response.Text;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More Case Arms, and the Method Behind Them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16B — DEVELOPER CLI: PLAN AND REVIEW MODES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src/MiniCode.Cli/ConsoleChatLoop.cs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021332"/>
            <a:ext cx="4690872" cy="321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"plan":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(string.IsNullOrWhiteSpace(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command.Argument))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Console.WriteLine(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"Usage: /plan &lt;request&gt;");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TaskPlan plan = await agent.PlanAsync(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command.Argument, cancellationToken);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Console.WriteLine(plan.IsEmpty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"No plan produced."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plan.Render());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"review":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agent.ReviewAsync(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cancellationToken));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38544" y="167335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src/MiniCode.Agent/CodingAgent.cs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638544" y="2021332"/>
            <a:ext cx="4690872" cy="1559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Task&lt;string&gt; ReviewAsync(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CancellationToken cancellationToken = default)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diff = await InvokeToolAsync(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"git_diff",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new Dictionary&lt;string, object?&gt;(),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cancellationToken);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report = await _reviewer.ReviewAsync(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diff, cancellationToken);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638544" y="350723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Review is a model call like any other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638544" y="385521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_usedTokens += TokenEstimator.Estimate(diff)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 TokenEstimator.Estimate(report);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638544" y="418541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report;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638544" y="451561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src/MiniCode.Agent/ICodingAgent.cs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638544" y="486359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Task&lt;string&gt; ReviewAsync(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CancellationToken cancellationToken = default);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/review staged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below is real and deterministic — no model call for the first case, and a plan built directly rather than through a live model for the second.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16B — DEVELOPER CLI: PLAN AND REVIEW MODES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review the staged changes too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632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 only ever reviews git_diff. Add a second form that reviews git diff --cached: a new method on IGitClient alongside DiffAsync, a matching git_diff_staged tool in GitTools and ToolCatalog, and a check on command.Argument in the "review" case.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8912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 with no argument behaves exactly as it does today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 staged reviews the staged changes instead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other argument is reported as a usage error, not silently treated as one or the other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reference implementation ships in a later Module folder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2130552"/>
            <a:ext cx="4690872" cy="27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/review, clean repository ===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516632"/>
            <a:ext cx="469087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to review — there are no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unstaged changes.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2923032"/>
            <a:ext cx="4690872" cy="27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/plan, with no request ===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3309112"/>
            <a:ext cx="4690872" cy="27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Usage: /plan &lt;request&gt;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3512312"/>
            <a:ext cx="4690872" cy="27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/plan add caching to CustomerService ===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3898392"/>
            <a:ext cx="4690872" cy="108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[ ] Inspect CustomerService and its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current dependencies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[ ] Add IMemoryCache to the DI container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[ ] Cache the read path in CustomerService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[ ] Add tests for the cached path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38544" y="4914392"/>
            <a:ext cx="4690872" cy="27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nothing is printed after the plan ===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/review against real changes needs a live OPENAI_API_KEY — the report is the model's judgment, not this lesson's code.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2026-09-10T18:44:16Z</dcterms:created>
  <dcterms:modified xsi:type="dcterms:W3CDTF">2026-09-10T18:44:16Z</dcterms:modified>
</cp:coreProperties>
</file>