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102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09495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4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601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· PHASE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77240" y="1325880"/>
            <a:ext cx="7589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Approval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Safety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154680"/>
            <a:ext cx="6858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Phase 3, MiniCode has edited files and run commands with nobody watching. This Module is the answer.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955280" y="1280160"/>
            <a:ext cx="3566160" cy="4343400"/>
          </a:xfrm>
          <a:prstGeom prst="roundRect">
            <a:avLst>
              <a:gd name="adj" fmla="val 3077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183880" y="150876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MiniCode wants to run: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83880" y="18288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run_command({"command":"git",</a:t>
            </a:r>
            <a:endParaRPr lang="en-US" sz="1000" dirty="0"/>
          </a:p>
          <a:p>
            <a:pPr marL="0" indent="0">
              <a:lnSpc>
                <a:spcPts val="1500"/>
              </a:lnSpc>
              <a:buNone/>
            </a:pPr>
            <a:r>
              <a:rPr lang="en-US" sz="10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"arguments":["push"]})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183880" y="2514600"/>
            <a:ext cx="31089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Allow?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183880" y="2834640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9525">
            <a:solidFill>
              <a:srgbClr val="4ADE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8321040" y="28346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[Y]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732520" y="2834640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183880" y="3401568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9525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[N]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32520" y="3401568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83880" y="3968496"/>
            <a:ext cx="3063240" cy="4572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21040" y="39684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[A]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732520" y="3968496"/>
            <a:ext cx="2423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Always allow for this session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183880" y="4672584"/>
            <a:ext cx="3063240" cy="0"/>
          </a:xfrm>
          <a:prstGeom prst="line">
            <a:avLst/>
          </a:prstGeom>
          <a:noFill/>
          <a:ln w="6350">
            <a:solidFill>
              <a:srgbClr val="6B728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183880" y="4809744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write. Every command that isn’t a build or test.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62636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MiniCode Course · Phase 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Safe/Unsafe Split, Mapped onto Real Tools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68680" y="169164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deck21/icons/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7552" y="1810512"/>
            <a:ext cx="292608" cy="2926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1737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 — never prompts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331720"/>
            <a:ext cx="5074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read_file · list_files · search_files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describe_repository · workspace_root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git_status · git_diff · git_log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868680" y="3383280"/>
            <a:ext cx="507492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1051560" y="3383280"/>
            <a:ext cx="4754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run_command — only when it is exactly</a:t>
            </a:r>
            <a:endParaRPr lang="en-US" sz="1200" dirty="0"/>
          </a:p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dotnet build or dotnet test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68680" y="4343400"/>
            <a:ext cx="5074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read-only tool, plus the two shell commands the course already trusts.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09360" y="1417320"/>
            <a:ext cx="5349240" cy="4754880"/>
          </a:xfrm>
          <a:prstGeom prst="roundRect">
            <a:avLst>
              <a:gd name="adj" fmla="val 192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629400" y="1691640"/>
            <a:ext cx="548640" cy="54864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/home/claude/deck21/icons/handpap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8272" y="1810512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269480" y="17373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Needs a yes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629400" y="2331720"/>
            <a:ext cx="49377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 · edit_file</a:t>
            </a:r>
            <a:endParaRPr lang="en-US" sz="12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2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any other shape of run_command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6629400" y="310896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where git commit, git push, a package install, or an unrecognized shell command all arrive — MiniCode has no dedicated tool for any of them.</a:t>
            </a:r>
            <a:endParaRPr lang="en-US" sz="1350" dirty="0"/>
          </a:p>
        </p:txBody>
      </p:sp>
      <p:sp>
        <p:nvSpPr>
          <p:cNvPr id="18" name="Text 14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More Decorator — in the Right Place in the Chain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39496" y="1417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95528" y="167335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deck21/icons/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81051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169164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wrap, don’t touch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13816" y="2331720"/>
            <a:ext cx="4800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ApprovalInvoker implements IToolInvoker exactly as LoopGuardInvoker and AllowListedShellExecutor already do. No tool’s code changes.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0216" y="1417320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56248" y="1673352"/>
            <a:ext cx="548640" cy="54864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deck21/icons/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181051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14616" y="169164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Order changes what a human is asked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74536" y="2331720"/>
            <a:ext cx="4800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LoopGuardInvoker wraps ApprovalInvoker, which wraps DirectToolInvoker. A call the loop guard would refuse for repeating never reaches a human at all.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822960" y="3977640"/>
            <a:ext cx="10515600" cy="1600200"/>
          </a:xfrm>
          <a:prstGeom prst="roundRect">
            <a:avLst>
              <a:gd name="adj" fmla="val 5714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1097280" y="411480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call still waiting on an answer still counts toward the loop’s 20-call cap.</a:t>
            </a:r>
            <a:endParaRPr lang="en-US" sz="1650" dirty="0"/>
          </a:p>
        </p:txBody>
      </p:sp>
      <p:sp>
        <p:nvSpPr>
          <p:cNvPr id="16" name="Text 12"/>
          <p:cNvSpPr/>
          <p:nvPr/>
        </p:nvSpPr>
        <p:spPr>
          <a:xfrm>
            <a:off x="1097280" y="4663440"/>
            <a:ext cx="9966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asked the same question twice for a call MiniCode was about to be told not to repeat anyway — and a human hesitating doesn’t buy the loop extra turns.</a:t>
            </a:r>
            <a:endParaRPr lang="en-US" sz="1350" dirty="0"/>
          </a:p>
        </p:txBody>
      </p:sp>
      <p:sp>
        <p:nvSpPr>
          <p:cNvPr id="17" name="Text 13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First for the Composition Root, a Familiar Refusal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39496" y="1508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95528" y="1764792"/>
            <a:ext cx="548640" cy="548640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deck21/icons/pl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1901952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53896" y="17830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interface lives where it’s needed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13816" y="2423160"/>
            <a:ext cx="4800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IApprovalPrompter sits in MiniCode.Agent, next to the invoker that calls it. ConsoleApprovalPrompter — the only class that reads a real keystroke — lives in MiniCode.Cli.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300216" y="1508760"/>
            <a:ext cx="5349240" cy="2377440"/>
          </a:xfrm>
          <a:prstGeom prst="roundRect">
            <a:avLst>
              <a:gd name="adj" fmla="val 3846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56248" y="1764792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/home/claude/deck21/icons/eyeslas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3408" y="1901952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214616" y="1783080"/>
            <a:ext cx="4251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refusal is a string, not an exception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6574536" y="2423160"/>
            <a:ext cx="4800600" cy="54864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6711696" y="2423160"/>
            <a:ext cx="4526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"{name} was not approved and did not run."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6574536" y="3108960"/>
            <a:ext cx="4800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reacts exactly as it already reacts to Module 11b’s allow-list refusal: not this, try something else.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22960" y="4160520"/>
            <a:ext cx="10515600" cy="1417320"/>
          </a:xfrm>
          <a:prstGeom prst="roundRect">
            <a:avLst>
              <a:gd name="adj" fmla="val 6452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1097280" y="4160520"/>
            <a:ext cx="996696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b="1" i="1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CodingAgentFactory receives IApprovalPrompter as a parameter, instead of constructing it — the first time this course has had the composition root take a collaborator from its caller rather than building every piece itself.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"Always" Is One Flag for the Session, Not a Memory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syllabus asks for [A] Always allow for this session. The simplest thing that satisfies it is a single bool.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097280" y="2103120"/>
            <a:ext cx="9966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41B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 bool _alwaysApprove;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97280" y="2651760"/>
            <a:ext cx="9966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set, it skips every future check for as long as this ApprovalInvoker instance lives — which is exactly one session.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52044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141B49"/>
          </a:solidFill>
          <a:ln w="12700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097280" y="3794760"/>
            <a:ext cx="594360" cy="594360"/>
          </a:xfrm>
          <a:prstGeom prst="ellipse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0" name="Image 0" descr="/home/claude/deck21/icons/tog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3931920"/>
            <a:ext cx="320040" cy="3200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874520" y="3703320"/>
            <a:ext cx="90525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flag for every kind of call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1874520" y="4251960"/>
            <a:ext cx="9052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"always" to a write_file prompt also silences the very next git push. That gap is the Exercise: remember "always" per tool name instead of globally.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Decorators, in Order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2788920" y="1463040"/>
            <a:ext cx="658368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017520" y="1632204"/>
            <a:ext cx="438912" cy="438912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deck21/icons/rob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6392" y="1751076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703320" y="1463040"/>
            <a:ext cx="5577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requests a tool call</a:t>
            </a:r>
            <a:endParaRPr lang="en-US" sz="1450" dirty="0"/>
          </a:p>
        </p:txBody>
      </p:sp>
      <p:pic>
        <p:nvPicPr>
          <p:cNvPr id="8" name="Image 1" descr="/home/claude/deck21/icons/arrow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76" y="2276856"/>
            <a:ext cx="201168" cy="20116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788920" y="2459736"/>
            <a:ext cx="6583680" cy="777240"/>
          </a:xfrm>
          <a:prstGeom prst="roundRect">
            <a:avLst>
              <a:gd name="adj" fmla="val 9412"/>
            </a:avLst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3017520" y="2628900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2" descr="/home/claude/deck21/icons/rou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36392" y="2747772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703320" y="2551176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LoopGuardInvoker</a:t>
            </a:r>
            <a:endParaRPr lang="en-US" sz="1450" dirty="0"/>
          </a:p>
        </p:txBody>
      </p:sp>
      <p:sp>
        <p:nvSpPr>
          <p:cNvPr id="13" name="Text 8"/>
          <p:cNvSpPr/>
          <p:nvPr/>
        </p:nvSpPr>
        <p:spPr>
          <a:xfrm>
            <a:off x="3703320" y="2898648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a repeat or the 20th call before anyone is asked</a:t>
            </a:r>
            <a:endParaRPr lang="en-US" sz="1050" dirty="0"/>
          </a:p>
        </p:txBody>
      </p:sp>
      <p:pic>
        <p:nvPicPr>
          <p:cNvPr id="14" name="Image 3" descr="/home/claude/deck21/icons/arrow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76" y="3273552"/>
            <a:ext cx="201168" cy="201168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2788920" y="3456432"/>
            <a:ext cx="658368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0"/>
          <p:cNvSpPr/>
          <p:nvPr/>
        </p:nvSpPr>
        <p:spPr>
          <a:xfrm>
            <a:off x="3017520" y="3625596"/>
            <a:ext cx="438912" cy="438912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4" descr="/home/claude/deck21/icons/usershie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6392" y="3744468"/>
            <a:ext cx="201168" cy="20116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3703320" y="3547872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ApprovalInvoker</a:t>
            </a:r>
            <a:endParaRPr lang="en-US" sz="1450" dirty="0"/>
          </a:p>
        </p:txBody>
      </p:sp>
      <p:sp>
        <p:nvSpPr>
          <p:cNvPr id="19" name="Text 12"/>
          <p:cNvSpPr/>
          <p:nvPr/>
        </p:nvSpPr>
        <p:spPr>
          <a:xfrm>
            <a:off x="3703320" y="3895344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only what needs a yes; asks IApprovalPrompter</a:t>
            </a:r>
            <a:endParaRPr lang="en-US" sz="1050" dirty="0"/>
          </a:p>
        </p:txBody>
      </p:sp>
      <p:pic>
        <p:nvPicPr>
          <p:cNvPr id="20" name="Image 5" descr="/home/claude/deck21/icons/arrow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0176" y="4270248"/>
            <a:ext cx="201168" cy="201168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2788920" y="4453128"/>
            <a:ext cx="6583680" cy="777240"/>
          </a:xfrm>
          <a:prstGeom prst="roundRect">
            <a:avLst>
              <a:gd name="adj" fmla="val 9412"/>
            </a:avLst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4"/>
          <p:cNvSpPr/>
          <p:nvPr/>
        </p:nvSpPr>
        <p:spPr>
          <a:xfrm>
            <a:off x="3017520" y="4622292"/>
            <a:ext cx="438912" cy="438912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3" name="Image 6" descr="/home/claude/deck21/icons/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36392" y="4741164"/>
            <a:ext cx="201168" cy="201168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3703320" y="4544568"/>
            <a:ext cx="55778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DirectToolInvoker</a:t>
            </a:r>
            <a:endParaRPr lang="en-US" sz="1450" dirty="0"/>
          </a:p>
        </p:txBody>
      </p:sp>
      <p:sp>
        <p:nvSpPr>
          <p:cNvPr id="25" name="Text 16"/>
          <p:cNvSpPr/>
          <p:nvPr/>
        </p:nvSpPr>
        <p:spPr>
          <a:xfrm>
            <a:off x="3703320" y="4892040"/>
            <a:ext cx="5577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41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unchanged since Module 5a</a:t>
            </a:r>
            <a:endParaRPr lang="en-US" sz="1050" dirty="0"/>
          </a:p>
        </p:txBody>
      </p:sp>
      <p:sp>
        <p:nvSpPr>
          <p:cNvPr id="26" name="Shape 17"/>
          <p:cNvSpPr/>
          <p:nvPr/>
        </p:nvSpPr>
        <p:spPr>
          <a:xfrm>
            <a:off x="548640" y="5504688"/>
            <a:ext cx="11109960" cy="868680"/>
          </a:xfrm>
          <a:prstGeom prst="roundRect">
            <a:avLst>
              <a:gd name="adj" fmla="val 8421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18"/>
          <p:cNvSpPr/>
          <p:nvPr/>
        </p:nvSpPr>
        <p:spPr>
          <a:xfrm>
            <a:off x="822960" y="5504688"/>
            <a:ext cx="106070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Program.cs passes new ConsoleApprovalPrompter() at the one call site that builds the agent — the only place a real terminal enters the chain.</a:t>
            </a:r>
            <a:endParaRPr lang="en-US" sz="1350" dirty="0"/>
          </a:p>
        </p:txBody>
      </p:sp>
      <p:sp>
        <p:nvSpPr>
          <p:cNvPr id="28" name="Text 19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29" name="Text 20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Moves to a Trustworthy Pause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3152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49047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RequiresApproval is a two-line switch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61872" y="2103120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not write_file, edit_file, or unrecognized run_command falls through to false — new safe tools need no entry.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400800" y="1581912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0" y="15819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931152" y="149047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IsBuildOrTest reads through JsonElement, never casts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931152" y="2103120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pending call’s arguments can already be a JsonElement, not the CLR array a unit test might construct.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008376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731520" y="3172968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731520" y="3172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261872" y="308152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Describe reuses Module 12’s exact serialization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61872" y="36941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JsonSerializer.Serialize(invocation.Arguments), not .ToString() — never the array’s type name.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17920" y="3008376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400800" y="3172968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00800" y="317296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931152" y="308152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Denial short-circuits before inner.InvokeAsync is awaited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931152" y="3694176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genuinely does not run; the returned string is the only trace of the attempt.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31520" y="47640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31520" y="47640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61872" y="467258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_alwaysApprove is instance state, not a static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261872" y="528523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ApprovalInvoker per CreateAsync call, one CreateAsync per process — session and object lifetime match for free.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17920" y="4599432"/>
            <a:ext cx="5440680" cy="1463040"/>
          </a:xfrm>
          <a:prstGeom prst="roundRect">
            <a:avLst>
              <a:gd name="adj" fmla="val 5000"/>
            </a:avLst>
          </a:prstGeom>
          <a:solidFill>
            <a:srgbClr val="141B49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400800" y="4764024"/>
            <a:ext cx="402336" cy="402336"/>
          </a:xfrm>
          <a:prstGeom prst="ellipse">
            <a:avLst/>
          </a:prstGeom>
          <a:solidFill>
            <a:srgbClr val="3FBFB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00800" y="476402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1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467258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ConsoleApprovalPrompter is internal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931152" y="5285232"/>
            <a:ext cx="457200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ConsoleChatLoop before it — nothing outside MiniCode.Cli constructs one directly.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64592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3FB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&amp; EXPECTED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Deterministic, Driven by a Scripted Prompter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852160" cy="4800600"/>
          </a:xfrm>
          <a:prstGeom prst="roundRect">
            <a:avLst>
              <a:gd name="adj" fmla="val 1905"/>
            </a:avLst>
          </a:prstGeom>
          <a:solidFill>
            <a:srgbClr val="F4F6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/home/claude/deck21/icons/puzz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1719072"/>
            <a:ext cx="265176" cy="2651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62763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2F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Exercise: remember "always" per tool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2148840"/>
            <a:ext cx="5349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A2F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now, "always" to write_file also silences the very next git push. No reference implementation ships — the course itself never exercises this distinction.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22960" y="3200400"/>
            <a:ext cx="5349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"Always" to write_file means later write_file calls are never asked again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later run_command that needs approval is still asked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 fresh ApprovalInvoker starts with nothing remembered</a:t>
            </a:r>
            <a:endParaRPr lang="en-US" sz="12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Denying a call does not count as "always" for anything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675120" y="1371600"/>
            <a:ext cx="4983480" cy="4800600"/>
          </a:xfrm>
          <a:prstGeom prst="roundRect">
            <a:avLst>
              <a:gd name="adj" fmla="val 1905"/>
            </a:avLst>
          </a:prstGeom>
          <a:solidFill>
            <a:srgbClr val="141B49"/>
          </a:solidFill>
          <a:ln w="12700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903720" y="1536192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safe tool, and a recognized build/test, never prompt: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6903720" y="196596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ran: read_file        Prompted: 0 time(s)</a:t>
            </a:r>
            <a:endParaRPr lang="en-US" sz="950" dirty="0"/>
          </a:p>
          <a:p>
            <a:pPr marL="0" indent="0">
              <a:lnSpc>
                <a:spcPts val="1400"/>
              </a:lnSpc>
              <a:buNone/>
            </a:pPr>
            <a:r>
              <a:rPr lang="en-US" sz="950" dirty="0">
                <a:solidFill>
                  <a:srgbClr val="4ADE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ran: run_command      Prompted: 0 time(s)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903720" y="26974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write_file, denied — the tool never runs: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6903720" y="2999232"/>
            <a:ext cx="4480560" cy="594360"/>
          </a:xfrm>
          <a:prstGeom prst="roundRect">
            <a:avLst>
              <a:gd name="adj" fmla="val 9231"/>
            </a:avLst>
          </a:prstGeom>
          <a:solidFill>
            <a:srgbClr val="1E2761"/>
          </a:solidFill>
          <a:ln w="9525">
            <a:solidFill>
              <a:srgbClr val="F8717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7040880" y="2999232"/>
            <a:ext cx="4206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100"/>
              </a:lnSpc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(scripted: Deny)</a:t>
            </a:r>
            <a:endParaRPr lang="en-US" sz="8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write_file was not approved</a:t>
            </a:r>
            <a:endParaRPr lang="en-US" sz="850" dirty="0"/>
          </a:p>
          <a:p>
            <a:pPr marL="0" indent="0">
              <a:lnSpc>
                <a:spcPts val="1100"/>
              </a:lnSpc>
              <a:buNone/>
            </a:pPr>
            <a:r>
              <a:rPr lang="en-US" sz="850" dirty="0">
                <a:solidFill>
                  <a:srgbClr val="F8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did not run.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6903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push, answered "always" — write_file needs no second prompt: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903720" y="4206240"/>
            <a:ext cx="4480560" cy="777240"/>
          </a:xfrm>
          <a:prstGeom prst="roundRect">
            <a:avLst>
              <a:gd name="adj" fmla="val 7059"/>
            </a:avLst>
          </a:prstGeom>
          <a:solidFill>
            <a:srgbClr val="1E2761"/>
          </a:solidFill>
          <a:ln w="9525">
            <a:solidFill>
              <a:srgbClr val="3FBFB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040880" y="4206240"/>
            <a:ext cx="4206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(scripted: AlwaysApprove)</a:t>
            </a:r>
            <a:endParaRPr lang="en-US" sz="9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ran: run_command</a:t>
            </a:r>
            <a:endParaRPr lang="en-US" sz="9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ran: write_file</a:t>
            </a:r>
            <a:endParaRPr lang="en-US" sz="900" dirty="0"/>
          </a:p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FBF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Prompted: 1 time(s)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903720" y="512064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Lab needs a live key and a real terminal — ConsoleApprovalPrompter reading an actual keystroke, not this lesson’s code.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457200" y="651052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15 — HUMAN APPROVAL AND SAFETY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338560" y="6510528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1069</Words>
  <Application>Microsoft Office PowerPoint</Application>
  <PresentationFormat>Widescreen</PresentationFormat>
  <Paragraphs>123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Bob Tryon</cp:lastModifiedBy>
  <cp:revision>2</cp:revision>
  <dcterms:created xsi:type="dcterms:W3CDTF">2026-09-09T21:21:22Z</dcterms:created>
  <dcterms:modified xsi:type="dcterms:W3CDTF">2026-09-09T21:28:58Z</dcterms:modified>
</cp:coreProperties>
</file>