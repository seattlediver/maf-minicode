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Module of Phase 4. Ships as part of Phase 4 Capstone — Developer CLI (v0.4). Module 12’s LoopGuardInvoker, which this now sits inside.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Lab’s own scenario — MiniCode asking permission before dotnet add package Microsoft.EntityFrameworkCore.SqlServer — needs a live OPENAI_API_KEY and a real terminal, since it is ConsoleApprovalPrompter reading an actual keystroke. What reaches it is exactly the fourth capture with a different run_command: the model calls it, ApprovalInvoker sees a shell command that is not dotnet build or dotnet test, and the operator sees the same three-choice prompt before anything is installed. No reference implementation ships later — the course never exercises the per-tool distinction.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· PHASE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Safety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Phase 3, MiniCode has edited files and run commands with nobody watching. ApprovalInvoker pauses in front of the tool calls that change something, asks a human, and only proceeds on a yes.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Module14-GitIntegration/ — Module 5a’s IToolInvoker has named this Module as the reason it exists since it was written.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install. No new package.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Allow? [Y] [N] [A]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 wants to run: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run_command({"command":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"git","arguments":["push"]})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 run it, ask again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 refuse, tell the model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31927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 stop asking this session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42632" y="3776472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7" name="Text 15"/>
          <p:cNvSpPr txBox="1"/>
          <p:nvPr/>
        </p:nvSpPr>
        <p:spPr>
          <a:xfrm>
            <a:off x="7342632" y="3941064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LoopGuard -&gt; Approval 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DirectToolInvoker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42632" y="4581144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Wrap, don’t touch. No tool’s code changes.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Safe/Gated Split, Mapped Onto MiniCode’s Actual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6656" y="164592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1645920"/>
            <a:ext cx="5596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83296" y="1645920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029968"/>
            <a:ext cx="11064240" cy="8229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" y="2029968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2029968"/>
            <a:ext cx="5596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read_file, list_files, search_files, describe_repository, workspace_root, git_status, git_diff, git_log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083296" y="2029968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read-only tool. No prompt, ever.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52928"/>
            <a:ext cx="1106424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852928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31136" y="2852928"/>
            <a:ext cx="5596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 —  when it is exactly dotnet build or dotnet test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083296" y="2852928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Recognised by command plus first argument, the same shape as the allow list.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75888"/>
            <a:ext cx="11064240" cy="8229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6656" y="3675888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231136" y="3675888"/>
            <a:ext cx="5596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write_file, edit_file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083296" y="3675888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change the repository.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498848"/>
            <a:ext cx="1106424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" y="4498848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231136" y="4498848"/>
            <a:ext cx="5596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 —  any other shape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083296" y="4498848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git commit, git push, a package install, or an unrecognised shell command all arrive, since MiniCode has no dedicated tool for any of them.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More Decorator, and Where It Sits Matters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Is One More Decorator Around the Same Chokepoint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ApprovalInvoker implements IToolInvoker exactly as LoopGuardInvoker and AllowListedShellExecutor already do — wrap, don’t touch.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tool’s code changes.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 Wraps ApprovalInvoker, Which Wraps DirectToolInvoker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the loop guard would refuse for repeating never reaches a human — nobody is asked the same question twice for a call MiniCode was about to be told not to repeat anyway. A call still waiting on an answer still counts toward the loop's 20-call cap.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Piece Lives, and What a No Returns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lives where it is needed; the terminal where terminals live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IApprovalPrompter is declared in MiniCode.Agent, next to the invoker that calls it. ConsoleApprovalPrompter — the only class that reads a real answer from a person — lives in MiniCode.Cli.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root takes a collaborator from its caller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CodingAgentFactory receives the prompter as a parameter instead of constructing it — the first time this course has had the composition root do that rather than building every piece itself.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refusal is a string, not an exception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Denying returns "{name} was not approved and did not run." The model reacts exactly as it already does to Module 11b’s allow-list refusal, because both return the same idea: not this, try something else.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"Always" is one flag for the session, not a memory of what was asked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thing that satisfies [A] Always allow for this session is a single bool that, once set, skips every future check for as long as this ApprovalInvoker instance lives — which is exactly one session.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Two-Line Switch, and One Console Prompt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src/MiniCode.Agent/ApprovalInvoker.cs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1995932"/>
            <a:ext cx="4690872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bool _alwaysApprove;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ValueTask&lt;object?&gt; InvokeAsync(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ToolInvocation invocation, CancellationToken ct)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55473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(_alwaysApprove || !RequiresApproval(invocation))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await inner.InvokeAsync(invocation, ct);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834132"/>
            <a:ext cx="4690872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ApprovalDecision decision =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prompter.AskAsync(Describe(invocation), ct);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_alwaysApprove =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decision == ApprovalDecision.AlwaysApprove;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392932"/>
            <a:ext cx="4690872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decision == ApprovalDecision.Deny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$"{invocation.Name} was not approved and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did not run."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await inner.InvokeAsync(invocation, ct);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951732"/>
            <a:ext cx="4690872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bool RequiresApproval(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ToolInvocation invocation) =&gt; invocation.Name switch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51053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"write_file" or "edit_file" =&gt; true,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"run_command" =&gt; !IsBuildOrTest(invocation),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false,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9296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67335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IsBuildOrTest reads through JsonElement, never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casts to string[] — a pending call's arguments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can already be a JsonElement.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27533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JsonElement arguments =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JsonSerializer.SerializeToElement(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invocation.Arguments);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2694432"/>
            <a:ext cx="4690872" cy="1330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arguments.TryGetProperty("command",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JsonElement command)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string.Equals(command.GetString(), "dotnet",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StringComparison.OrdinalIgnoreCase)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arguments.TryGetProperty("arguments",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JsonElement args)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args.ValueKind == JsonValueKind.Array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args.GetArrayLength() &gt; 0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args[0].GetString() is "build" or "test";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39517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src/MiniCode.Cli/ConsoleApprovalPrompter.cs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4274312"/>
            <a:ext cx="469087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Console.WriteLine("MiniCode wants to run:");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Console.WriteLine(description);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Console.Write("Allow? [Y] Yes  [N] No  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[A] Always allow for this session: ");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ApprovalDecision decision =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Console.ReadLine()?.Trim().ToUpperInvariant()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511251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switch { "A" =&gt; AlwaysApprove, "Y" =&gt; Approve,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_ =&gt; Deny };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CreateAsync gains an IApprovalPrompter parameter; LoopGuardInvoker now wraps the ApprovalInvoker instead of a bare DirectToolInvoker, and Program.cs passes a ConsoleApprovalPrompter.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Notes on Asking a Person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RequiresApproval is a two-line switch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not named write_file, edit_file, or an unrecognised run_command falls through to false — Module 14’s three Git tools included, which need no entry here at all.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IsBuildOrTest reads through JsonElement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ApprovalInvoker sees a call before AIFunctionFactory has bound it to typed parameters, so an argument can already be a JsonElement rather than a CLR array. Serializing first handles both.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reuses Module 12’s exact serialization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JsonSerializer.Serialize(invocation.Arguments), not .ToString() — so what a human is shown is never the array’s type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Denial short-circuits before inner.InvokeAsync is awaited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genuinely does not run; the string returned is the only trace of the attempt.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_alwaysApprove is instance state, not a static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ApprovalInvoker per CreateAsync, and CreateAsync runs once per process — so "for this session" and "for the lifetime of this object" are the same thing without extra bookkeeping.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ConsoleApprovalPrompter is internal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ConsoleChatLoop before it — nothing outside MiniCode.Cli is meant to construct one directly.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 "Always" Per Tool, Not Globally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this Module’s own ApprovalInvoker, driven against a scripted IApprovalPrompter — no model call, since the routing is deterministic.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one flag is too broad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_alwaysApprove is one flag for every kind of call — answering "always" to a write_file prompt also silences the very next git push. Remember "always" per tool name instead.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"always" to write_file means later write_file calls are never asked again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 later run_command that needs approval still 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 ApprovalInvoker starts with nothing remembered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Denying a call does not count as "always" for anything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 safe read never prompts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658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read_file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Prompted: 0 time(s)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770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nor does a recognised build or test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1059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run_command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Prompted: 0 time(s)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4107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write_file, denied ===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374599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 wants to run: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write_file({"path":"src/CustomerService.cs",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"content":"..."})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Allow? [Y] [N] [A]  (scripted: Deny)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43555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 was not approved and did not run.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45079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git push, answered "always" ===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638544" y="484327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run_command({"command":"git",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"arguments":["push"]})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Allow? ... (scripted: AlwaysApprove)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638544" y="530047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run_command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write_file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38544" y="560527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Prompted: 1 time(s)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2026-09-10T20:08:23Z</dcterms:created>
  <dcterms:modified xsi:type="dcterms:W3CDTF">2026-09-10T20:08:23Z</dcterms:modified>
</cp:coreProperties>
</file>