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image" Target="../media/image-6-7.png"/><Relationship Id="rId8" Type="http://schemas.openxmlformats.org/officeDocument/2006/relationships/image" Target="../media/image-6-2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8B · PHASE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58952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Management: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State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Compaction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9319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8a decided when a session is too full. This decides what to do about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1280160"/>
            <a:ext cx="3383280" cy="4114800"/>
          </a:xfrm>
          <a:prstGeom prst="roundRect">
            <a:avLst>
              <a:gd name="adj" fmla="val 32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66760" y="1508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STATE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366760" y="17830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(earlier turns compacted away)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366760" y="22860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asked: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66760" y="257860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Where is a path checked?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66760" y="299923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established: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366760" y="32918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ValidatePath is the single check.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3712464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examined: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366760" y="400507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Workspace.cs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366760" y="4471416"/>
            <a:ext cx="292608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8366760" y="46085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~3,620 → ~1,649 tokens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492861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54% reclaimed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"What Can I Delete" — "What Must Survive"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57276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1/icons/heartb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68249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371600"/>
            <a:ext cx="10058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session dies quietly. </a:t>
            </a:r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error — it fills, and the model starts losing the beginning. Compaction is what you do before that, on purpose.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9" name="Shape 6"/>
          <p:cNvSpPr/>
          <p:nvPr/>
        </p:nvSpPr>
        <p:spPr>
          <a:xfrm>
            <a:off x="2061972" y="2953512"/>
            <a:ext cx="585216" cy="58521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0" name="Image 1" descr="/home/claude/deck11/icons/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132" y="3090672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" y="370332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asked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777240" y="434340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worst thing to forget — an unfinished request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0" y="269748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3FBFB0"/>
          </a:solidFill>
          <a:ln/>
        </p:spPr>
      </p:sp>
      <p:sp>
        <p:nvSpPr>
          <p:cNvPr id="14" name="Shape 10"/>
          <p:cNvSpPr/>
          <p:nvPr/>
        </p:nvSpPr>
        <p:spPr>
          <a:xfrm>
            <a:off x="5811012" y="2953512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/home/claude/deck11/icons/checkdou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8172" y="3090672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480560" y="370332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was established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4526280" y="434340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is gone; the conclusion stays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046720" y="269748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19" name="Shape 14"/>
          <p:cNvSpPr/>
          <p:nvPr/>
        </p:nvSpPr>
        <p:spPr>
          <a:xfrm>
            <a:off x="9560052" y="2953512"/>
            <a:ext cx="585216" cy="58521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0" name="Image 3" descr="/home/claude/deck11/icons/ey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7212" y="3090672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229600" y="370332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 examined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8275320" y="434340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the agent re-reads what it already read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548640" y="553212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in the conversation is expendable.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8B — CONTEXT MANAGEMENT: WORKING STATE AND COMPACTION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Bulkiest Thing Is the Most Disposable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four-hundred-line read_file result dwarfs the question that asked for it — and it is the thing least worth keeping.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3FBFB0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219456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0" descr="/home/claude/deck11/icons/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23317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74520" y="192024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fact that the file was read survives as a note. The four hundred lines do not.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22960" y="3566160"/>
            <a:ext cx="10515600" cy="2423160"/>
          </a:xfrm>
          <a:prstGeom prst="roundRect">
            <a:avLst>
              <a:gd name="adj" fmla="val 3774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97280" y="3840480"/>
            <a:ext cx="594360" cy="59436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11" name="Image 1" descr="/home/claude/deck11/icons/bom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39776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74520" y="3749040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this wrong is easy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74520" y="4297680"/>
            <a:ext cx="9052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draft of this Module summarised tool results into "what was established," which turned eight thousand characters of file content into a nonsense fact.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8B — CONTEXT MANAGEMENT: WORKING STATE AND COMPACTION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Deterministic, and Recent Turns Are Untouched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1/icons/calcul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928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3736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Model Call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summarising request costs a round trip, can fail, and can itself be too large to send at exactly the moment you’ve run out of room.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68680" y="3977640"/>
            <a:ext cx="4709160" cy="1005840"/>
          </a:xfrm>
          <a:prstGeom prst="roundRect">
            <a:avLst>
              <a:gd name="adj" fmla="val 5455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51560" y="397764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messages and keeping four kinds of thing is arithmetic — arithmetic cannot fail when the window is full.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deck11/icons/histo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8928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173736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Turns Kept Verbatim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629400" y="260604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usually mid-thought. A summary of the last exchange is strictly worse than the exchange, so the newest messages are never touched.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629400" y="4297680"/>
            <a:ext cx="470916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/>
        </p:spPr>
      </p:sp>
      <p:sp>
        <p:nvSpPr>
          <p:cNvPr id="17" name="Text 13"/>
          <p:cNvSpPr/>
          <p:nvPr/>
        </p:nvSpPr>
        <p:spPr>
          <a:xfrm>
            <a:off x="6812280" y="429768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PreservedMessages = 6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8B — CONTEXT MANAGEMENT: WORKING STATE AND COMPACTION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Cut Must Land on a User Message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188720"/>
          </a:xfrm>
          <a:prstGeom prst="roundRect">
            <a:avLst>
              <a:gd name="adj" fmla="val 6154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the history at an arbitrary index and you can separate a tool call from the result that answers it, </a:t>
            </a:r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the model with a question it asked and no reply.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90956" y="28346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790956" y="2834640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74036" y="28346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/>
        </p:spPr>
      </p:sp>
      <p:sp>
        <p:nvSpPr>
          <p:cNvPr id="9" name="Text 7"/>
          <p:cNvSpPr/>
          <p:nvPr/>
        </p:nvSpPr>
        <p:spPr>
          <a:xfrm>
            <a:off x="2574036" y="2834640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7116" y="28346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4357116" y="2834640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40196" y="28346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3FBFB0"/>
          </a:solidFill>
          <a:ln/>
        </p:spPr>
      </p:sp>
      <p:sp>
        <p:nvSpPr>
          <p:cNvPr id="13" name="Text 11"/>
          <p:cNvSpPr/>
          <p:nvPr/>
        </p:nvSpPr>
        <p:spPr>
          <a:xfrm>
            <a:off x="6140196" y="2834640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result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23276" y="28346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/>
        </p:spPr>
      </p:sp>
      <p:sp>
        <p:nvSpPr>
          <p:cNvPr id="15" name="Text 13"/>
          <p:cNvSpPr/>
          <p:nvPr/>
        </p:nvSpPr>
        <p:spPr>
          <a:xfrm>
            <a:off x="7923276" y="2834640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706356" y="28346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/>
        </p:spPr>
      </p:sp>
      <p:sp>
        <p:nvSpPr>
          <p:cNvPr id="17" name="Text 15"/>
          <p:cNvSpPr/>
          <p:nvPr/>
        </p:nvSpPr>
        <p:spPr>
          <a:xfrm>
            <a:off x="9706356" y="2834640"/>
            <a:ext cx="1691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A2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94476" y="2514600"/>
            <a:ext cx="0" cy="1325880"/>
          </a:xfrm>
          <a:prstGeom prst="line">
            <a:avLst/>
          </a:prstGeom>
          <a:noFill/>
          <a:ln w="31750">
            <a:solidFill>
              <a:srgbClr val="F87171"/>
            </a:solidFill>
            <a:prstDash val="dash"/>
          </a:ln>
        </p:spPr>
      </p:sp>
      <p:pic>
        <p:nvPicPr>
          <p:cNvPr id="19" name="Image 0" descr="/home/claude/deck11/icons/b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1596" y="2148840"/>
            <a:ext cx="365760" cy="36576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180076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a call from its result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660636" y="2514600"/>
            <a:ext cx="0" cy="1325880"/>
          </a:xfrm>
          <a:prstGeom prst="line">
            <a:avLst/>
          </a:prstGeom>
          <a:noFill/>
          <a:ln w="31750">
            <a:solidFill>
              <a:srgbClr val="4ADE80"/>
            </a:solidFill>
            <a:prstDash val="solid"/>
          </a:ln>
        </p:spPr>
      </p:sp>
      <p:pic>
        <p:nvPicPr>
          <p:cNvPr id="22" name="Image 1" descr="/home/claude/deck11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7756" y="2148840"/>
            <a:ext cx="365760" cy="3657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746236" y="3657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 on a user message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48640" y="5074920"/>
            <a:ext cx="1110996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25" name="Text 21"/>
          <p:cNvSpPr/>
          <p:nvPr/>
        </p:nvSpPr>
        <p:spPr>
          <a:xfrm>
            <a:off x="822960" y="507492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backwards to the nearest user message costs four lines </a:t>
            </a:r>
            <a:pPr algn="ctr"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removes the whole class of bug.</a:t>
            </a:r>
            <a:endParaRPr lang="en-US" sz="1500" dirty="0"/>
          </a:p>
        </p:txBody>
      </p:sp>
      <p:sp>
        <p:nvSpPr>
          <p:cNvPr id="26" name="Text 22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8B — CONTEXT MANAGEMENT: WORKING STATE AND COMPACTION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History to One Message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88920" y="1371600"/>
            <a:ext cx="6583680" cy="640080"/>
          </a:xfrm>
          <a:prstGeom prst="roundRect">
            <a:avLst>
              <a:gd name="adj" fmla="val 11429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2971800" y="1508760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pic>
        <p:nvPicPr>
          <p:cNvPr id="6" name="Image 0" descr="/home/claude/deck11/icons/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2384" y="1609344"/>
            <a:ext cx="164592" cy="1645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566160" y="141732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AgentSession history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566160" y="1719072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TryGetInMemoryChatHistory</a:t>
            </a:r>
            <a:endParaRPr lang="en-US" sz="950" dirty="0"/>
          </a:p>
        </p:txBody>
      </p:sp>
      <p:pic>
        <p:nvPicPr>
          <p:cNvPr id="9" name="Image 1" descr="/home/claude/deck11/icons/arrow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76" y="2084832"/>
            <a:ext cx="201168" cy="20116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88920" y="2359152"/>
            <a:ext cx="658368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11" name="Shape 7"/>
          <p:cNvSpPr/>
          <p:nvPr/>
        </p:nvSpPr>
        <p:spPr>
          <a:xfrm>
            <a:off x="2971800" y="2496312"/>
            <a:ext cx="365760" cy="36576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2" name="Image 2" descr="/home/claude/deck11/icons/scisso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2596896"/>
            <a:ext cx="164592" cy="16459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6160" y="2404872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SessionCompactor.CutPoint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566160" y="270662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backward to a user message</a:t>
            </a:r>
            <a:endParaRPr lang="en-US" sz="950" dirty="0"/>
          </a:p>
        </p:txBody>
      </p:sp>
      <p:pic>
        <p:nvPicPr>
          <p:cNvPr id="15" name="Image 3" descr="/home/claude/deck11/icons/arrowd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3072384"/>
            <a:ext cx="201168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788920" y="3346704"/>
            <a:ext cx="6583680" cy="640080"/>
          </a:xfrm>
          <a:prstGeom prst="roundRect">
            <a:avLst>
              <a:gd name="adj" fmla="val 11429"/>
            </a:avLst>
          </a:prstGeom>
          <a:solidFill>
            <a:srgbClr val="3FBFB0"/>
          </a:solidFill>
          <a:ln/>
        </p:spPr>
      </p:sp>
      <p:sp>
        <p:nvSpPr>
          <p:cNvPr id="17" name="Shape 11"/>
          <p:cNvSpPr/>
          <p:nvPr/>
        </p:nvSpPr>
        <p:spPr>
          <a:xfrm>
            <a:off x="2971800" y="3483864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4" descr="/home/claude/deck11/icons/lay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2384" y="3584448"/>
            <a:ext cx="164592" cy="1645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566160" y="3392424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WorkingState.From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3566160" y="3694176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distills into OpenTask / CompletedWork / FileState</a:t>
            </a:r>
            <a:endParaRPr lang="en-US" sz="950" dirty="0"/>
          </a:p>
        </p:txBody>
      </p:sp>
      <p:pic>
        <p:nvPicPr>
          <p:cNvPr id="21" name="Image 5" descr="/home/claude/deck11/icons/arrowdow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0176" y="4059936"/>
            <a:ext cx="201168" cy="201168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2788920" y="4334256"/>
            <a:ext cx="658368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23" name="Shape 15"/>
          <p:cNvSpPr/>
          <p:nvPr/>
        </p:nvSpPr>
        <p:spPr>
          <a:xfrm>
            <a:off x="2971800" y="4471416"/>
            <a:ext cx="365760" cy="36576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24" name="Image 6" descr="/home/claude/deck11/icons/user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2384" y="4572000"/>
            <a:ext cx="164592" cy="16459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566160" y="4379976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WorkingState.Render</a:t>
            </a:r>
            <a:endParaRPr lang="en-US" sz="1300" dirty="0"/>
          </a:p>
        </p:txBody>
      </p:sp>
      <p:sp>
        <p:nvSpPr>
          <p:cNvPr id="26" name="Text 17"/>
          <p:cNvSpPr/>
          <p:nvPr/>
        </p:nvSpPr>
        <p:spPr>
          <a:xfrm>
            <a:off x="3566160" y="468172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ChatRole.User message</a:t>
            </a:r>
            <a:endParaRPr lang="en-US" sz="950" dirty="0"/>
          </a:p>
        </p:txBody>
      </p:sp>
      <p:pic>
        <p:nvPicPr>
          <p:cNvPr id="27" name="Image 7" descr="/home/claude/deck11/icons/arrowdow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80176" y="5047488"/>
            <a:ext cx="201168" cy="201168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2788920" y="5321808"/>
            <a:ext cx="6583680" cy="640080"/>
          </a:xfrm>
          <a:prstGeom prst="roundRect">
            <a:avLst>
              <a:gd name="adj" fmla="val 11429"/>
            </a:avLst>
          </a:prstGeom>
          <a:solidFill>
            <a:srgbClr val="F4F6FB"/>
          </a:solidFill>
          <a:ln/>
        </p:spPr>
      </p:sp>
      <p:sp>
        <p:nvSpPr>
          <p:cNvPr id="29" name="Shape 19"/>
          <p:cNvSpPr/>
          <p:nvPr/>
        </p:nvSpPr>
        <p:spPr>
          <a:xfrm>
            <a:off x="2971800" y="5458968"/>
            <a:ext cx="365760" cy="365760"/>
          </a:xfrm>
          <a:prstGeom prst="ellipse">
            <a:avLst/>
          </a:prstGeom>
          <a:solidFill>
            <a:srgbClr val="6B7280"/>
          </a:solidFill>
          <a:ln/>
        </p:spPr>
      </p:sp>
      <p:pic>
        <p:nvPicPr>
          <p:cNvPr id="30" name="Image 8" descr="/home/claude/deck11/icons/compres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2384" y="5559552"/>
            <a:ext cx="164592" cy="164592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3566160" y="5367528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session.SetInMemoryChatHistory</a:t>
            </a:r>
            <a:endParaRPr lang="en-US" sz="1300" dirty="0"/>
          </a:p>
        </p:txBody>
      </p:sp>
      <p:sp>
        <p:nvSpPr>
          <p:cNvPr id="32" name="Text 21"/>
          <p:cNvSpPr/>
          <p:nvPr/>
        </p:nvSpPr>
        <p:spPr>
          <a:xfrm>
            <a:off x="3566160" y="56692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the old history in place</a:t>
            </a:r>
            <a:endParaRPr lang="en-US" sz="950" dirty="0"/>
          </a:p>
        </p:txBody>
      </p:sp>
      <p:sp>
        <p:nvSpPr>
          <p:cNvPr id="33" name="Text 22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8B — CONTEXT MANAGEMENT: WORKING STATE AND COMPACTION</a:t>
            </a:r>
            <a:endParaRPr lang="en-US" sz="900" dirty="0"/>
          </a:p>
        </p:txBody>
      </p:sp>
      <p:sp>
        <p:nvSpPr>
          <p:cNvPr id="34" name="Text 23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Moves to a Safe Compaction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4904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reads file paths before deciding anything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261872" y="190195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call contributes a FileState note even though its result is discarded.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31152" y="14904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ChatRole.Tool messages are skipped outright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931152" y="190195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fixes the "file content as conclusion" mistake.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7063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29352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2843784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de-duplicates and truncates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261872" y="325526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same question twice, it appears once; answers clip to 160 chars.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77063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29352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2843784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Render groups by kind in enum order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31152" y="325526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reads asked → established → examined — stable and easy to diff.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2394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2885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2885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61872" y="419709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Compact returns zero three separate times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261872" y="46085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history, nothing old enough, nothing worth keeping — and the caller can tell.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412394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2885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2885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419709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replacement message is ChatRole.User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31152" y="46085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handed to the model, not something it said — not a prior claim of its own.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77256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1520" y="564184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6418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61872" y="555040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counts m.Text only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61872" y="5961888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report savings, not to gate anything — printed with a tilde.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 &amp; 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 Reclaimed, Nothing That Mattered Lost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52160" cy="228600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1/icons/checkdou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Retire finished tasks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53492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OpenTask collects every question ever asked. Retire a request once clearly answered — but when in doubt, keep it. Forgetting is far worse than carrying a finished one.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794760"/>
            <a:ext cx="5852160" cy="2377440"/>
          </a:xfrm>
          <a:prstGeom prst="roundRect">
            <a:avLst>
              <a:gd name="adj" fmla="val 3846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1" name="Image 1" descr="/home/claude/deck11/icons/compr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14223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40507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Compact, don’t discard, tool results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822960" y="4572000"/>
            <a:ext cx="5349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 read_file result with one line — "read src/Foo.cs (412 lines)" — so the model knows the shape of what it saw. "Expendable" becomes small, not absent.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675120" y="1371600"/>
            <a:ext cx="4983480" cy="4800600"/>
          </a:xfrm>
          <a:prstGeom prst="roundRect">
            <a:avLst>
              <a:gd name="adj" fmla="val 1905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903720" y="1554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history: 10 messages, ~3,620 tokens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6903720" y="1965960"/>
            <a:ext cx="45720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asked: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Where is a path checked before
  a file is opened?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was established: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ValidatePath is the single check;
  ResolvePath and IsPathAllowed
  both delegate to it.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already examined: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src/MiniCode.Workspace/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Workspace.cs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903720" y="4754880"/>
            <a:ext cx="4526280" cy="1234440"/>
          </a:xfrm>
          <a:prstGeom prst="roundRect">
            <a:avLst>
              <a:gd name="adj" fmla="val 4444"/>
            </a:avLst>
          </a:prstGeom>
          <a:solidFill>
            <a:srgbClr val="3FBFB0"/>
          </a:solidFill>
          <a:ln/>
        </p:spPr>
      </p:sp>
      <p:sp>
        <p:nvSpPr>
          <p:cNvPr id="18" name="Text 14"/>
          <p:cNvSpPr/>
          <p:nvPr/>
        </p:nvSpPr>
        <p:spPr>
          <a:xfrm>
            <a:off x="7086600" y="4754880"/>
            <a:ext cx="42062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after: ~1,649 tokens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(reclaimed ~1,971 — 54%)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57200" y="6510528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8B — CONTEXT MANAGEMENT: WORKING STATE AND COMPACTION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2026-09-09T00:21:55Z</dcterms:created>
  <dcterms:modified xsi:type="dcterms:W3CDTF">2026-09-09T00:21:55Z</dcterms:modified>
</cp:coreProperties>
</file>