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Module of Phase 1. It ships as part of Phase 1 Capstone — Repository Explorer (v0.1).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parses the Project("{GUID}") = "Name", "path\to\Name.csproj" lines and reports projects in the solution separately from stray ones. Neither exercise has a reference implementation in a later Module folder — the criteria are the specification. In conversation, asked to describe CustomerPortal, MiniCode reports a three-project .NET 10 solution with Web referencing Core and Data, Core referencing nothing, Data bringing in EF Core and SQL Server, and Tests covering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6 · PHASE 1</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Repository Discovery</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We teach MiniCode to read a solution's shape before it reads any of its code — which projects exist, what they target, what they reference, and which ones are tests. The difference between an agent that opens files hoping to find something and one that knows where to look.</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Module05b-ReadingFiles/ — the new tool is registered exactly like the others, through Module 5a’s Intercept.</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System.Xml.Linq is in the net10.0 shared framework, so MiniCode.Workspace still has zero package references.</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1</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describe_repository</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Solutions: MiniCode.slnx</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src/MiniCode.Agent/...csproj</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targets   net10.0</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refs      Tools, Workspace</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packages  Microsoft.Agents.AI</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Notable files: none</a:t>
            </a:r>
            <a:endParaRPr lang="en-US" sz="1050" dirty="0"/>
          </a:p>
        </p:txBody>
      </p:sp>
      <p:sp>
        <p:nvSpPr>
          <p:cNvPr id="15" name="Shape 13"/>
          <p:cNvSpPr/>
          <p:nvPr/>
        </p:nvSpPr>
        <p:spPr>
          <a:xfrm>
            <a:off x="7342632" y="3520440"/>
            <a:ext cx="4014216" cy="0"/>
          </a:xfrm>
          <a:prstGeom prst="line">
            <a:avLst/>
          </a:prstGeom>
          <a:noFill/>
          <a:ln w="9525">
            <a:solidFill>
              <a:srgbClr val="6B7280"/>
            </a:solidFill>
            <a:prstDash val="sysDot"/>
          </a:ln>
        </p:spPr>
      </p:sp>
      <p:sp>
        <p:nvSpPr>
          <p:cNvPr id="16" name="Text 14"/>
          <p:cNvSpPr txBox="1"/>
          <p:nvPr/>
        </p:nvSpPr>
        <p:spPr>
          <a:xfrm>
            <a:off x="7342632" y="3685032"/>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one .csproj read each</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no model involved</a:t>
            </a:r>
            <a:endParaRPr lang="en-US" sz="1050" dirty="0"/>
          </a:p>
        </p:txBody>
      </p:sp>
      <p:sp>
        <p:nvSpPr>
          <p:cNvPr id="17" name="Text 15"/>
          <p:cNvSpPr txBox="1"/>
          <p:nvPr/>
        </p:nvSpPr>
        <p:spPr>
          <a:xfrm>
            <a:off x="7342632" y="432511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Deterministic first. Model second.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An Agent That Starts by Listing Files Is Starting Badly</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6 — REPOSITORY DISCOVERY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Wall of Paths With No Structure</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list_files on an unfamiliar repository makes the model guess which paths are interesting — and it guesses by reading, which is expensive. A .csproj answers structural questions directly and costs one file read each.</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Cheap orientation beats expensive guessing.</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Project Files Are a Map Somebody Already Drew</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They name the projects, their target frameworks, which projects depend on which, and every NuGet package in play. That is most of what "describe this architecture" means.</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And none of it requires a 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Deterministic First, Model Second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6 — REPOSITORY DISCOVERY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3FBFB0"/>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Spend the Model on What Needs Judgement</a:t>
            </a:r>
            <a:endParaRPr lang="en-US" sz="1550" dirty="0"/>
          </a:p>
        </p:txBody>
      </p:sp>
      <p:sp>
        <p:nvSpPr>
          <p:cNvPr id="10" name="Text 7"/>
          <p:cNvSpPr txBox="1"/>
          <p:nvPr/>
        </p:nvSpPr>
        <p:spPr>
          <a:xfrm>
            <a:off x="86868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This is the pattern the whole course leans on: work out everything you can in C#, and spend the model on the part that genuinely needs judgement. Parsing XML is not judgement.</a:t>
            </a:r>
            <a:endParaRPr lang="en-US" sz="1350" dirty="0"/>
          </a:p>
        </p:txBody>
      </p:sp>
      <p:sp>
        <p:nvSpPr>
          <p:cNvPr id="11" name="Shape 8"/>
          <p:cNvSpPr/>
          <p:nvPr/>
        </p:nvSpPr>
        <p:spPr>
          <a:xfrm>
            <a:off x="6309360" y="1417320"/>
            <a:ext cx="5349240" cy="4297680"/>
          </a:xfrm>
          <a:prstGeom prst="roundRect">
            <a:avLst>
              <a:gd name="adj" fmla="val 2128"/>
            </a:avLst>
          </a:prstGeom>
          <a:solidFill>
            <a:srgbClr val="1E2761"/>
          </a:solidFill>
          <a:ln w="12700">
            <a:solidFill>
              <a:srgbClr val="3FBFB0"/>
            </a:solidFill>
            <a:prstDash val="solid"/>
          </a:ln>
        </p:spPr>
      </p:sp>
      <p:sp>
        <p:nvSpPr>
          <p:cNvPr id="12" name="Shape 9"/>
          <p:cNvSpPr/>
          <p:nvPr/>
        </p:nvSpPr>
        <p:spPr>
          <a:xfrm>
            <a:off x="6629400" y="1737360"/>
            <a:ext cx="640080" cy="640080"/>
          </a:xfrm>
          <a:prstGeom prst="ellipse">
            <a:avLst/>
          </a:prstGeom>
          <a:solidFill>
            <a:srgbClr val="3FBFB0"/>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We Read XML; We Do Not Evaluate MSBuild</a:t>
            </a:r>
            <a:endParaRPr lang="en-US" sz="1550" dirty="0"/>
          </a:p>
        </p:txBody>
      </p:sp>
      <p:sp>
        <p:nvSpPr>
          <p:cNvPr id="15" name="Text 11"/>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 real build resolves imports, conditions and $(Property) expansion. We do none of that — a value written $(LangVersion) is reported as written. This is a deliberate limit, and the lesson names it rather than letting a viewer discover it later.</a:t>
            </a:r>
            <a:endParaRPr lang="en-US" sz="1350" dirty="0"/>
          </a:p>
        </p:txBody>
      </p:sp>
      <p:sp>
        <p:nvSpPr>
          <p:cNvPr id="16" name="Text 12"/>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For an agent orienting itself, "close enough to navigate by" beats "correct but requires the build engine".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What the Summary Calls Out, and What Filters It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6 — REPOSITORY DISCOVERY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2011680"/>
            <a:ext cx="3474720" cy="3200400"/>
          </a:xfrm>
          <a:prstGeom prst="roundRect">
            <a:avLst>
              <a:gd name="adj" fmla="val 2857"/>
            </a:avLst>
          </a:prstGeom>
          <a:solidFill>
            <a:srgbClr val="1E2761"/>
          </a:solidFill>
          <a:ln w="12700">
            <a:solidFill>
              <a:srgbClr val="3FBFB0"/>
            </a:solidFill>
            <a:prstDash val="solid"/>
          </a:ln>
        </p:spPr>
      </p:sp>
      <p:sp>
        <p:nvSpPr>
          <p:cNvPr id="7" name="Shape 5"/>
          <p:cNvSpPr/>
          <p:nvPr/>
        </p:nvSpPr>
        <p:spPr>
          <a:xfrm>
            <a:off x="822960" y="2240280"/>
            <a:ext cx="384048" cy="384048"/>
          </a:xfrm>
          <a:prstGeom prst="ellipse">
            <a:avLst/>
          </a:prstGeom>
          <a:solidFill>
            <a:srgbClr val="3FBFB0"/>
          </a:solidFill>
          <a:ln/>
        </p:spPr>
      </p:sp>
      <p:sp>
        <p:nvSpPr>
          <p:cNvPr id="8" name="Text 6"/>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The sandbox does the filtering, again</a:t>
            </a:r>
            <a:endParaRPr lang="en-US" sz="1200" dirty="0"/>
          </a:p>
        </p:txBody>
      </p:sp>
      <p:sp>
        <p:nvSpPr>
          <p:cNvPr id="10" name="Text 8"/>
          <p:cNvSpPr txBox="1"/>
          <p:nvPr/>
        </p:nvSpPr>
        <p:spPr>
          <a:xfrm>
            <a:off x="137160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The inspector enumerates .csproj files and passes each through IsPathAllowed, so anything under bin, obj or .git never appears. Module 4’s boundary has now done three jobs: gatekeeper for reads, filter for listings, filter for discovery.</a:t>
            </a:r>
            <a:endParaRPr lang="en-US" sz="950" dirty="0"/>
          </a:p>
        </p:txBody>
      </p:sp>
      <p:sp>
        <p:nvSpPr>
          <p:cNvPr id="11" name="Shape 9"/>
          <p:cNvSpPr/>
          <p:nvPr/>
        </p:nvSpPr>
        <p:spPr>
          <a:xfrm>
            <a:off x="4343400" y="2011680"/>
            <a:ext cx="3474720" cy="3200400"/>
          </a:xfrm>
          <a:prstGeom prst="roundRect">
            <a:avLst>
              <a:gd name="adj" fmla="val 2857"/>
            </a:avLst>
          </a:prstGeom>
          <a:solidFill>
            <a:srgbClr val="1E2761"/>
          </a:solidFill>
          <a:ln w="12700">
            <a:solidFill>
              <a:srgbClr val="3FBFB0"/>
            </a:solidFill>
            <a:prstDash val="solid"/>
          </a:ln>
        </p:spPr>
      </p:sp>
      <p:sp>
        <p:nvSpPr>
          <p:cNvPr id="12" name="Shape 10"/>
          <p:cNvSpPr/>
          <p:nvPr/>
        </p:nvSpPr>
        <p:spPr>
          <a:xfrm>
            <a:off x="4617720" y="2240280"/>
            <a:ext cx="384048" cy="384048"/>
          </a:xfrm>
          <a:prstGeom prst="ellipse">
            <a:avLst/>
          </a:prstGeom>
          <a:solidFill>
            <a:srgbClr val="3FBFB0"/>
          </a:solidFill>
          <a:ln/>
        </p:spPr>
      </p:sp>
      <p:sp>
        <p:nvSpPr>
          <p:cNvPr id="13" name="Text 11"/>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516636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A test project is worth calling out</a:t>
            </a:r>
            <a:endParaRPr lang="en-US" sz="1200" dirty="0"/>
          </a:p>
        </p:txBody>
      </p:sp>
      <p:sp>
        <p:nvSpPr>
          <p:cNvPr id="15" name="Text 13"/>
          <p:cNvSpPr txBox="1"/>
          <p:nvPr/>
        </p:nvSpPr>
        <p:spPr>
          <a:xfrm>
            <a:off x="516636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Knowing which projects are tests changes what the agent does with them — and it matters from Module 13 onward, where MiniCode runs tests and reads the results. One signal is enough: a recognised test package in the references.</a:t>
            </a:r>
            <a:endParaRPr lang="en-US" sz="950" dirty="0"/>
          </a:p>
        </p:txBody>
      </p:sp>
      <p:sp>
        <p:nvSpPr>
          <p:cNvPr id="16" name="Shape 14"/>
          <p:cNvSpPr/>
          <p:nvPr/>
        </p:nvSpPr>
        <p:spPr>
          <a:xfrm>
            <a:off x="8138160" y="2011680"/>
            <a:ext cx="3474720" cy="3200400"/>
          </a:xfrm>
          <a:prstGeom prst="roundRect">
            <a:avLst>
              <a:gd name="adj" fmla="val 2857"/>
            </a:avLst>
          </a:prstGeom>
          <a:solidFill>
            <a:srgbClr val="1E2761"/>
          </a:solidFill>
          <a:ln w="12700">
            <a:solidFill>
              <a:srgbClr val="3FBFB0"/>
            </a:solidFill>
            <a:prstDash val="solid"/>
          </a:ln>
        </p:spPr>
      </p:sp>
      <p:sp>
        <p:nvSpPr>
          <p:cNvPr id="17" name="Shape 15"/>
          <p:cNvSpPr/>
          <p:nvPr/>
        </p:nvSpPr>
        <p:spPr>
          <a:xfrm>
            <a:off x="8412480" y="2240280"/>
            <a:ext cx="384048" cy="384048"/>
          </a:xfrm>
          <a:prstGeom prst="ellipse">
            <a:avLst/>
          </a:prstGeom>
          <a:solidFill>
            <a:srgbClr val="3FBFB0"/>
          </a:solidFill>
          <a:ln/>
        </p:spPr>
      </p:sp>
      <p:sp>
        <p:nvSpPr>
          <p:cNvPr id="18" name="Text 16"/>
          <p:cNvSpPr txBox="1"/>
          <p:nvPr/>
        </p:nvSpPr>
        <p:spPr>
          <a:xfrm>
            <a:off x="841248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896112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Notable files are recognised, not parsed</a:t>
            </a:r>
            <a:endParaRPr lang="en-US" sz="1200" dirty="0"/>
          </a:p>
        </p:txBody>
      </p:sp>
      <p:sp>
        <p:nvSpPr>
          <p:cNvPr id="20" name="Text 18"/>
          <p:cNvSpPr txBox="1"/>
          <p:nvPr/>
        </p:nvSpPr>
        <p:spPr>
          <a:xfrm>
            <a:off x="896112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global.json, Directory.Build.props, Directory.Packages.props, README.md, appsettings.json — their presence tells the model something. Opening them is read_file’s job, and the model can decide.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Enumerate, Filter, Sort, Parse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6 — REPOSITORY DISCOVERY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src/MiniCode.Workspace/ProjectInfo.cs</a:t>
            </a:r>
            <a:endParaRPr lang="en-US" sz="950" dirty="0"/>
          </a:p>
        </p:txBody>
      </p:sp>
      <p:sp>
        <p:nvSpPr>
          <p:cNvPr id="8" name="Text 6"/>
          <p:cNvSpPr txBox="1"/>
          <p:nvPr/>
        </p:nvSpPr>
        <p:spPr>
          <a:xfrm>
            <a:off x="877824" y="2008632"/>
            <a:ext cx="4690872" cy="1444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sealed record ProjectInfo(</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Name, string RelativePath,</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IReadOnlyList&lt;string&gt; TargetFrameworks,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IReadOnlyList&lt;string&gt; ProjectReferences,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IReadOnlyList&lt;string&gt; PackageReferences)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private static readonly string[] TestPackages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["xunit", "nunit", "mstest",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"microsoft.net.test.sdk"];</a:t>
            </a:r>
            <a:endParaRPr lang="en-US" sz="950" dirty="0"/>
          </a:p>
        </p:txBody>
      </p:sp>
      <p:sp>
        <p:nvSpPr>
          <p:cNvPr id="9" name="Text 7"/>
          <p:cNvSpPr txBox="1"/>
          <p:nvPr/>
        </p:nvSpPr>
        <p:spPr>
          <a:xfrm>
            <a:off x="877824" y="338023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public bool IsTestProject =&gt;</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PackageReferences.Any(p =&gt; TestPackages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.Any(t =&gt; p.StartsWith(t,</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StringComparison.OrdinalIgnoreCase)));</a:t>
            </a:r>
            <a:endParaRPr lang="en-US" sz="950" dirty="0"/>
          </a:p>
        </p:txBody>
      </p:sp>
      <p:sp>
        <p:nvSpPr>
          <p:cNvPr id="10" name="Text 8"/>
          <p:cNvSpPr txBox="1"/>
          <p:nvPr/>
        </p:nvSpPr>
        <p:spPr>
          <a:xfrm>
            <a:off x="877824" y="398983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Text 9"/>
          <p:cNvSpPr txBox="1"/>
          <p:nvPr/>
        </p:nvSpPr>
        <p:spPr>
          <a:xfrm>
            <a:off x="877824" y="41422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RepositoryInspector.cs — reads like the sentence</a:t>
            </a:r>
            <a:endParaRPr lang="en-US" sz="950" dirty="0"/>
          </a:p>
        </p:txBody>
      </p:sp>
      <p:sp>
        <p:nvSpPr>
          <p:cNvPr id="12" name="Text 10"/>
          <p:cNvSpPr txBox="1"/>
          <p:nvPr/>
        </p:nvSpPr>
        <p:spPr>
          <a:xfrm>
            <a:off x="877824" y="447751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IReadOnlyList&lt;ProjectInfo&gt; Inspect() =&gt;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Directory.EnumerateFiles(workspace.Root,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"*.csproj", SearchOption.AllDirectories)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.Select(ToRelative)</a:t>
            </a:r>
            <a:endParaRPr lang="en-US" sz="950" dirty="0"/>
          </a:p>
        </p:txBody>
      </p:sp>
      <p:sp>
        <p:nvSpPr>
          <p:cNvPr id="13" name="Text 11"/>
          <p:cNvSpPr txBox="1"/>
          <p:nvPr/>
        </p:nvSpPr>
        <p:spPr>
          <a:xfrm>
            <a:off x="877824" y="50871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.Where(workspace.IsPathAllowed)</a:t>
            </a:r>
            <a:endParaRPr lang="en-US" sz="950" dirty="0"/>
          </a:p>
        </p:txBody>
      </p:sp>
      <p:sp>
        <p:nvSpPr>
          <p:cNvPr id="14" name="Text 12"/>
          <p:cNvSpPr txBox="1"/>
          <p:nvPr/>
        </p:nvSpPr>
        <p:spPr>
          <a:xfrm>
            <a:off x="877824" y="52395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.OrderBy(f =&gt; f).Select(Read)];</a:t>
            </a:r>
            <a:endParaRPr lang="en-US" sz="950" dirty="0"/>
          </a:p>
        </p:txBody>
      </p:sp>
      <p:sp>
        <p:nvSpPr>
          <p:cNvPr id="15" name="Shape 13"/>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6" name="Text 14"/>
          <p:cNvSpPr txBox="1"/>
          <p:nvPr/>
        </p:nvSpPr>
        <p:spPr>
          <a:xfrm>
            <a:off x="663854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Frameworks: local name, split, de-duplicate</a:t>
            </a:r>
            <a:endParaRPr lang="en-US" sz="950" dirty="0"/>
          </a:p>
        </p:txBody>
      </p:sp>
      <p:sp>
        <p:nvSpPr>
          <p:cNvPr id="17" name="Text 15"/>
          <p:cNvSpPr txBox="1"/>
          <p:nvPr/>
        </p:nvSpPr>
        <p:spPr>
          <a:xfrm>
            <a:off x="6638544" y="200863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doc.Descendants()</a:t>
            </a:r>
            <a:endParaRPr lang="en-US" sz="950" dirty="0"/>
          </a:p>
        </p:txBody>
      </p:sp>
      <p:sp>
        <p:nvSpPr>
          <p:cNvPr id="18" name="Text 16"/>
          <p:cNvSpPr txBox="1"/>
          <p:nvPr/>
        </p:nvSpPr>
        <p:spPr>
          <a:xfrm>
            <a:off x="6638544" y="21610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.Where(e =&gt; e.Name.LocalName is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"TargetFramework" or "TargetFrameworks")</a:t>
            </a:r>
            <a:endParaRPr lang="en-US" sz="950" dirty="0"/>
          </a:p>
        </p:txBody>
      </p:sp>
      <p:sp>
        <p:nvSpPr>
          <p:cNvPr id="19" name="Text 17"/>
          <p:cNvSpPr txBox="1"/>
          <p:nvPr/>
        </p:nvSpPr>
        <p:spPr>
          <a:xfrm>
            <a:off x="6638544" y="246583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.SelectMany(e =&gt; e.Value.Split(';',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StringSplitOptions.RemoveEmptyEntries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StringSplitOptions.TrimEntries))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.Distinct()</a:t>
            </a:r>
            <a:endParaRPr lang="en-US" sz="950" dirty="0"/>
          </a:p>
        </p:txBody>
      </p:sp>
      <p:sp>
        <p:nvSpPr>
          <p:cNvPr id="20" name="Text 18"/>
          <p:cNvSpPr txBox="1"/>
          <p:nvPr/>
        </p:nvSpPr>
        <p:spPr>
          <a:xfrm>
            <a:off x="6638544" y="30754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src/MiniCode.Tools/RepositoryTools.cs</a:t>
            </a:r>
            <a:endParaRPr lang="en-US" sz="950" dirty="0"/>
          </a:p>
        </p:txBody>
      </p:sp>
      <p:sp>
        <p:nvSpPr>
          <p:cNvPr id="21" name="Text 19"/>
          <p:cNvSpPr txBox="1"/>
          <p:nvPr/>
        </p:nvSpPr>
        <p:spPr>
          <a:xfrm>
            <a:off x="6638544" y="3410712"/>
            <a:ext cx="4690872" cy="1292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text.AppendLine($"{p.RelativePath}"</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(p.IsTestProject ? " [test project]" :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text.AppendLine($"    targets   {Join(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p.TargetFrameworks)}");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text.AppendLine($"    refs      {Join(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p.ProjectReferences)}");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text.AppendLine($"    packages  {Join(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p.PackageReferences)}");</a:t>
            </a:r>
            <a:endParaRPr lang="en-US" sz="950" dirty="0"/>
          </a:p>
        </p:txBody>
      </p:sp>
      <p:sp>
        <p:nvSpPr>
          <p:cNvPr id="22" name="Text 20"/>
          <p:cNvSpPr txBox="1"/>
          <p:nvPr/>
        </p:nvSpPr>
        <p:spPr>
          <a:xfrm>
            <a:off x="6638544" y="4629912"/>
            <a:ext cx="4690872" cy="3779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ToolCatalog: "Call this first to learn the</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shape of an unfamiliar repository."</a:t>
            </a:r>
            <a:endParaRPr lang="en-US" sz="950" dirty="0"/>
          </a:p>
        </p:txBody>
      </p:sp>
      <p:sp>
        <p:nvSpPr>
          <p:cNvPr id="23" name="Text 21"/>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That single sentence in the description is what changes the model's opening move from listing to orienting.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Seven Small Decisions in the Parser</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6 — REPOSITORY DISCOVERY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ProjectInfo is a record with five fields</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And one derived property. No builder, no options, no result wrapper — the shape of a project is genuinely just this.</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IsTestProject lives on the record</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 in the parser, because it is a question about the data rather than about the file.</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Inspect reads like the sentence it implements</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Enumerate, make relative, filter through the sandbox, sort, parse.</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e.Name.LocalName rather than e.Name</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Older .csproj files carry the MSBuild XML namespace and newer SDK-style ones do not; comparing the local name handles both.</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TargetFrameworks is split and de-duplicated</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 multi-targeted project reports net10.0, net8.0 and a single-targeted one reports one value — the caller never has to know which property was used.</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ProjectReference values reduce to a name</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raw value is a relative path with backslashes; the model wants MiniCode.Workspace, not ..\MiniCode.Workspace\....csproj.</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Point MiniCode at Its Own Folder</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Real output of describe_repository run against Module06-RepositoryDiscovery.</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6 — REPOSITORY DISCOVERY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two, both in RepositoryInspector.cs</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Both in src/MiniCode.Workspace/RepositoryInspector.cs. One: support the legacy .sln format. Two: honour Directory.Build.props and Directory.Packages.props, merging inherited frameworks and central package versions.</a:t>
            </a:r>
            <a:endParaRPr lang="en-US" sz="1350" dirty="0"/>
          </a:p>
        </p:txBody>
      </p:sp>
      <p:sp>
        <p:nvSpPr>
          <p:cNvPr id="12" name="Text 9"/>
          <p:cNvSpPr txBox="1"/>
          <p:nvPr/>
        </p:nvSpPr>
        <p:spPr>
          <a:xfrm>
            <a:off x="868680" y="4389120"/>
            <a:ext cx="470916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project on disk but absent from the .sln is reported as such; solution folders are skipped</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project with no TargetFramework reports the inherited value and marks it inherited</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PackageReference with no Version picks it up from Directory.Packages.props</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repository with neither file behaves exactly as it does now</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Solutions: MiniCode.slnx</a:t>
            </a:r>
            <a:endParaRPr lang="en-US" sz="950" dirty="0"/>
          </a:p>
        </p:txBody>
      </p:sp>
      <p:sp>
        <p:nvSpPr>
          <p:cNvPr id="15" name="Text 12"/>
          <p:cNvSpPr txBox="1"/>
          <p:nvPr/>
        </p:nvSpPr>
        <p:spPr>
          <a:xfrm>
            <a:off x="6638544" y="2295652"/>
            <a:ext cx="4690872" cy="22194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src/MiniCode.Agent/MiniCode.Agent.csproj</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targets   net10.0</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refs      MiniCode.Infrastructure,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MiniCode.Tools, MiniCode.Workspace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packages  Microsoft.Agents.AI,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Microsoft.Extensions.AI.OpenAI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src/MiniCode.Cli/MiniCode.Cli.csproj</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refs      MiniCode.Agent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packages  none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src/MiniCode.Workspace/...csproj</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refs      none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packages  none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Notable files: none</a:t>
            </a:r>
            <a:endParaRPr lang="en-US" sz="950" dirty="0"/>
          </a:p>
        </p:txBody>
      </p:sp>
      <p:sp>
        <p:nvSpPr>
          <p:cNvPr id="16" name="Text 13"/>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Read that back against Module 3’s dependency diagram. The architecture we drew three Modules ago is now something MiniCode can state on its own, from the files, without being told.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2026-09-10T20:14:02Z</dcterms:created>
  <dcterms:modified xsi:type="dcterms:W3CDTF">2026-09-10T20:14:02Z</dcterms:modified>
</cp:coreProperties>
</file>