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teach MiniCode to read a solution's shape before it reads any of its code: which projects exist, what they target, what they reference, and which ones are tests. It is the difference between an agent that opens files hoping to find something and one that knows where to look. We start from the Module 5b folder: Module 4's IWorkspace and Module 5b's IFileSystemService, plus Module 5a's ToolCatalog and the Intercept wrapper. The new tool is registered exactly like the others. This is the last Module of Phase 1. Setup: nothing new. System.Xml.Linq is in the net10.0 shared framework, so MiniCode.Workspace still has zero package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that starts by listing files is starting badly. list_files on an unfamiliar repository returns a wall of paths with no structure. The model has to guess which are interesting, and it guesses by reading, which is expensive. A .csproj answers structural questions directly and costs one file read each. The describe_repository description tells the model to call it first. That single sentence is what changes its opening move from listing to orienting.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files are a map somebody already drew. They name the projects, their target frameworks, which projects depend on which, and every NuGet package in play. That is most of what 'describe this architecture' means, and none of it requires a model. ProjectInfo is a record with five fields and one derived property. No builder, no options, no result wrapper: the shape of a project is genuinely just this. TargetFrameworks is split on semicolons and de-duplicated, so a multi-targeted project reports net10.0, net8.0 and a single-targeted one reports one value. ProjectReference values are reduced to a project name: the model wants MiniCode.Workspace, not a relative path with backslashes.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first, model second. This is the pattern the whole course leans on: work out everything you can in C#, and spend the model on the part that genuinely needs judgement. Parsing XML is not judgement. Inspect reads like the sentence it implements: enumerate, make relative, filter through the sandbox, sort, 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read XML; we do not evaluate MSBuild. A real build resolves imports, conditions, and $(Property) expansion. We do none of that: a value written $(LangVersion) is reported as written. This is a deliberate limit, and the lesson names it rather than letting a viewer discover it later. For an agent orienting itself, 'close enough to navigate by' beats 'correct but requires the build engine.' We compare e.Name.LocalName rather than e.Name: older .csproj files carry the MSBuild XML namespace and newer SDK-style ones do not, and comparing the local name handles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sandbox does the filtering, again. The inspector enumerates .csproj files and passes each through IsPathAllowed, so anything under bin, obj or .git never appears. Module 4's boundary has now done three jobs: gatekeeper for reads, filter for listings, and filter for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project is worth calling out. Knowing which projects are tests changes what the agent does with them, and it matters from Module 13 onward, where MiniCode runs tests and reads the results. One signal is enough here: a recognised test package in the references. IsTestProject lives on the record, not in the parser, because it is a question about the data rather than about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Notable files are recognised, not parsed. global.json, Directory.Build.props, Directory.Packages.props, README.md, appsettings.json: their presence tells the model something. Central package management is in play; there is a README worth reading. Opening them is read_file's job, and the model can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support the legacy .sln format. RepositoryInspector finds projects by scanning for .csproj, which works but ignores the solution file entirely. Parse .sln, the Project("{GUID}") = "Name", "path\to\Name.csproj", "{GUID}" lines, and report projects that are in the solution separately from stray ones that are not. Acceptance criteria: a project on disk but absent from the .sln is reported as such; solution folders, which have a different type GUID and no .csproj path, are skipped; a repository with no .sln behaves exactly as it does now. Exercise two: honour Directory.Build.props and Directory.Packages.props. A project that sets no TargetFramework may inherit one, and central package management moves versions out of the .csproj entirely. Find the nearest such file at or above each project, and merge what it declares. Acceptance criteria: a project with no TargetFramework of its own reports the inherited value and marks it as inherited; a PackageReference with no Version picks up its version from Directory.Packages.props; a repository with neither file behaves exactly as it does now. Both are in src/MiniCode.Workspace/RepositoryInspector.cs. Neither has a reference implementation in a later Module folder; the criteria are the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MiniCode at its own folder and ask it to describe itself. This is the real output of describe_repository run against Module06-RepositoryDiscovery; the Infrastructure and Tools entries are elided on the slide. Read it back against Module 3's dependency diagram: Cli references only Agent; Workspace and Infrastructure reference nothing. The architecture we drew three Modules ago is now something MiniCode can state on its own, from the files, without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conversation, pointed at CustomerPortal: ask 'Describe the architecture of this solution.' The model calls describe_repository first and answers from the shape: Web is the entry point and references Core and Data, Core references nothing, Data references Core and brings in EF Core and SQL Server, and CustomerPortal.Tests is a test project covering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describe_repository becomes part of MiniCode's own instructions in Module 7: call it first on an unfamiliar solution, then search_files or list_files, then read_file on the few files that matter. The [test project] marker means that by Module 13, test discovery is already answered; that Module is about reading what running the tests produced. In Module 15, describe_repository is one of the read-only tools classed as safe, so it never prompts for approval. And deterministic first, model second returns in Module 16a, where slash commands run deterministically with no model call at all. This is the last Module of Phase 1: it all ships in the Phase 1 Capstone, Repository Explorer, version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6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Repository Discovery</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Reading a solution's shape before its code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Module05b-ReadingFiles/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Module06-RepositoryDiscovery/</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an agent should orient before it reads</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Parsing .csproj files into projects, frameworks, references and packages</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Deterministic C# first, the model second</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Spotting test projects and notable files</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6 — Repository Discovery</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Orient before you read</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Starting with list_files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wall of paths with no structure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guesses what matters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guesses by reading, which is expensive</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Starting with describe_repository</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Projects, frameworks, references, packages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file read per .csproj</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Its description says: call this first</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sentence in the tool description changes the model's opening move.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Project files are a map somebody already drew</a:t>
            </a:r>
            <a:endParaRPr lang="en-US" sz="27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Each .csproj</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 into a ProjectInfo record: five fields and one derived property.</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Frameworks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TargetFramework(s), split on ; and de-duplicated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References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Which projects depend on which, reduced to project names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Packages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NuGet package in play</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That is most of what "describe this architecture" means, and none of it needs a model.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Deterministic first, model second</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 parses the XML</a:t>
            </a:r>
            <a:endParaRPr lang="en-US" sz="14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judgement needed, so no model needed</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describe_repository</a:t>
            </a:r>
            <a:endParaRPr lang="en-US" sz="14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summary the model reads before opening files</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The model judges</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Spent only on the part that needs judgement</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pattern the whole course leans on.</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We read XML. We don't evaluate MSBuild.</a:t>
            </a:r>
            <a:endParaRPr lang="en-US" sz="280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we do</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Match elements by local name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Handle old and SDK-style .csproj alike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Report values exactly as written</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What we don't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Resolve imports or conditions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Expand $(Property) values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 the build engine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Close enough to navigate by beats correct but needs the build engine.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sandbox does the filtering, again</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Gatekeeper</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For reads: every path resolved inside the workspace</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Listing filter</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list_files never shows bin, obj or .git</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Discovery filter</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Each .csproj passes IsPathAllowed first</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Module 4's boundary has now done three jobs.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test project is worth calling out</a:t>
            </a:r>
            <a:endParaRPr lang="en-US" sz="2800" dirty="0"/>
          </a:p>
        </p:txBody>
      </p:sp>
      <p:sp>
        <p:nvSpPr>
          <p:cNvPr id="4" name="Shape 2"/>
          <p:cNvSpPr/>
          <p:nvPr/>
        </p:nvSpPr>
        <p:spPr>
          <a:xfrm>
            <a:off x="457200" y="1417320"/>
            <a:ext cx="2511552" cy="1801368"/>
          </a:xfrm>
          <a:prstGeom prst="roundRect">
            <a:avLst>
              <a:gd name="adj" fmla="val 406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 test package</a:t>
            </a:r>
            <a:endParaRPr lang="en-US" sz="1500" dirty="0"/>
          </a:p>
        </p:txBody>
      </p:sp>
      <p:sp>
        <p:nvSpPr>
          <p:cNvPr id="8" name="Text 5"/>
          <p:cNvSpPr txBox="1"/>
          <p:nvPr/>
        </p:nvSpPr>
        <p:spPr>
          <a:xfrm>
            <a:off x="640080"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xunit, nunit, mstest or Microsoft.NET.Test.Sdk</a:t>
            </a:r>
            <a:endParaRPr lang="en-US" sz="1200" dirty="0"/>
          </a:p>
        </p:txBody>
      </p:sp>
      <p:sp>
        <p:nvSpPr>
          <p:cNvPr id="9" name="Shape 6"/>
          <p:cNvSpPr/>
          <p:nvPr/>
        </p:nvSpPr>
        <p:spPr>
          <a:xfrm>
            <a:off x="3032760" y="2208276"/>
            <a:ext cx="219456" cy="219456"/>
          </a:xfrm>
          <a:prstGeom prst="rightArrow">
            <a:avLst/>
          </a:prstGeom>
          <a:solidFill>
            <a:srgbClr val="F5A623"/>
          </a:solidFill>
          <a:ln w="12700">
            <a:solidFill>
              <a:srgbClr val="F5A623"/>
            </a:solidFill>
            <a:prstDash val="solid"/>
          </a:ln>
        </p:spPr>
      </p:sp>
      <p:sp>
        <p:nvSpPr>
          <p:cNvPr id="10" name="Shape 7"/>
          <p:cNvSpPr/>
          <p:nvPr/>
        </p:nvSpPr>
        <p:spPr>
          <a:xfrm>
            <a:off x="3316224" y="1417320"/>
            <a:ext cx="2511552" cy="1801368"/>
          </a:xfrm>
          <a:prstGeom prst="roundRect">
            <a:avLst>
              <a:gd name="adj" fmla="val 4061"/>
            </a:avLst>
          </a:prstGeom>
          <a:solidFill>
            <a:srgbClr val="EFEBFC"/>
          </a:solidFill>
          <a:ln w="12700">
            <a:solidFill>
              <a:srgbClr val="EFEBFC"/>
            </a:solidFill>
            <a:prstDash val="solid"/>
          </a:ln>
        </p:spPr>
      </p:sp>
      <p:sp>
        <p:nvSpPr>
          <p:cNvPr id="11" name="Shape 8"/>
          <p:cNvSpPr/>
          <p:nvPr/>
        </p:nvSpPr>
        <p:spPr>
          <a:xfrm>
            <a:off x="349910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17976" y="1737360"/>
            <a:ext cx="219456" cy="219456"/>
          </a:xfrm>
          <a:prstGeom prst="rect">
            <a:avLst/>
          </a:prstGeom>
        </p:spPr>
      </p:pic>
      <p:sp>
        <p:nvSpPr>
          <p:cNvPr id="13" name="Text 9"/>
          <p:cNvSpPr txBox="1"/>
          <p:nvPr/>
        </p:nvSpPr>
        <p:spPr>
          <a:xfrm>
            <a:off x="3499104" y="2194560"/>
            <a:ext cx="219151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IsTestProject</a:t>
            </a:r>
            <a:endParaRPr lang="en-US" sz="1500" dirty="0"/>
          </a:p>
        </p:txBody>
      </p:sp>
      <p:sp>
        <p:nvSpPr>
          <p:cNvPr id="14" name="Text 10"/>
          <p:cNvSpPr txBox="1"/>
          <p:nvPr/>
        </p:nvSpPr>
        <p:spPr>
          <a:xfrm>
            <a:off x="3499104" y="2606040"/>
            <a:ext cx="2191512" cy="521208"/>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question about the data, so it lives on the record</a:t>
            </a:r>
            <a:endParaRPr lang="en-US" sz="1200" dirty="0"/>
          </a:p>
        </p:txBody>
      </p:sp>
      <p:sp>
        <p:nvSpPr>
          <p:cNvPr id="15" name="Shape 11"/>
          <p:cNvSpPr/>
          <p:nvPr/>
        </p:nvSpPr>
        <p:spPr>
          <a:xfrm>
            <a:off x="5891784" y="2208276"/>
            <a:ext cx="219456" cy="219456"/>
          </a:xfrm>
          <a:prstGeom prst="rightArrow">
            <a:avLst/>
          </a:prstGeom>
          <a:solidFill>
            <a:srgbClr val="F5A623"/>
          </a:solidFill>
          <a:ln w="12700">
            <a:solidFill>
              <a:srgbClr val="F5A623"/>
            </a:solidFill>
            <a:prstDash val="solid"/>
          </a:ln>
        </p:spPr>
      </p:sp>
      <p:sp>
        <p:nvSpPr>
          <p:cNvPr id="16" name="Shape 12"/>
          <p:cNvSpPr/>
          <p:nvPr/>
        </p:nvSpPr>
        <p:spPr>
          <a:xfrm>
            <a:off x="6175248" y="1417320"/>
            <a:ext cx="2511552" cy="1801368"/>
          </a:xfrm>
          <a:prstGeom prst="roundRect">
            <a:avLst>
              <a:gd name="adj" fmla="val 4061"/>
            </a:avLst>
          </a:prstGeom>
          <a:solidFill>
            <a:srgbClr val="512BD4"/>
          </a:solidFill>
          <a:ln w="12700">
            <a:solidFill>
              <a:srgbClr val="512BD4"/>
            </a:solidFill>
            <a:prstDash val="solid"/>
          </a:ln>
        </p:spPr>
      </p:sp>
      <p:sp>
        <p:nvSpPr>
          <p:cNvPr id="17" name="Shape 13"/>
          <p:cNvSpPr/>
          <p:nvPr/>
        </p:nvSpPr>
        <p:spPr>
          <a:xfrm>
            <a:off x="6358128"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6477000" y="1737360"/>
            <a:ext cx="219456" cy="219456"/>
          </a:xfrm>
          <a:prstGeom prst="rect">
            <a:avLst/>
          </a:prstGeom>
        </p:spPr>
      </p:pic>
      <p:sp>
        <p:nvSpPr>
          <p:cNvPr id="19" name="Text 14"/>
          <p:cNvSpPr txBox="1"/>
          <p:nvPr/>
        </p:nvSpPr>
        <p:spPr>
          <a:xfrm>
            <a:off x="6358128" y="2194560"/>
            <a:ext cx="2191512"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[test project]</a:t>
            </a:r>
            <a:endParaRPr lang="en-US" sz="1500" dirty="0"/>
          </a:p>
        </p:txBody>
      </p:sp>
      <p:sp>
        <p:nvSpPr>
          <p:cNvPr id="20" name="Text 15"/>
          <p:cNvSpPr txBox="1"/>
          <p:nvPr/>
        </p:nvSpPr>
        <p:spPr>
          <a:xfrm>
            <a:off x="6358128" y="2606040"/>
            <a:ext cx="2191512" cy="521208"/>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marker the model sees in the summary</a:t>
            </a:r>
            <a:endParaRPr lang="en-US" sz="1200" dirty="0"/>
          </a:p>
        </p:txBody>
      </p:sp>
      <p:sp>
        <p:nvSpPr>
          <p:cNvPr id="21" name="Text 16"/>
          <p:cNvSpPr txBox="1"/>
          <p:nvPr/>
        </p:nvSpPr>
        <p:spPr>
          <a:xfrm>
            <a:off x="457200" y="3538728"/>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signal is enough here. It matters from Module 13 on.</a:t>
            </a:r>
            <a:endParaRPr lang="en-US" sz="1400" dirty="0"/>
          </a:p>
        </p:txBody>
      </p:sp>
      <p:sp>
        <p:nvSpPr>
          <p:cNvPr id="22"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3"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Notable files are recognised, not parsed</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Presence is the signal</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Opening them is read_file's job, and the model decides.</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Packages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Directory.Packages.props: central package management is in play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README.md</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There is a README worth reading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Settings</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global.json, Directory.Build.props, appsettings.json</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Legacy .sln and inherited props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Two extensions. Parse the legacy .sln, and honour Directory.Build.props and Directory.Packages.props. No later Module supplies these: the criteria are the specification.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src/MiniCode.Workspace/RepositoryInspector.cs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.sln: a project on disk but absent from the solution is reported as such</a:t>
            </a:r>
            <a:endParaRPr lang="en-US" sz="1300" dirty="0"/>
          </a:p>
        </p:txBody>
      </p:sp>
      <p:sp>
        <p:nvSpPr>
          <p:cNvPr id="13" name="Shape 9"/>
          <p:cNvSpPr/>
          <p:nvPr/>
        </p:nvSpPr>
        <p:spPr>
          <a:xfrm>
            <a:off x="3931920" y="2313432"/>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389510"/>
            <a:ext cx="140452" cy="140452"/>
          </a:xfrm>
          <a:prstGeom prst="rect">
            <a:avLst/>
          </a:prstGeom>
        </p:spPr>
      </p:pic>
      <p:sp>
        <p:nvSpPr>
          <p:cNvPr id="15" name="Text 10"/>
          <p:cNvSpPr txBox="1"/>
          <p:nvPr/>
        </p:nvSpPr>
        <p:spPr>
          <a:xfrm>
            <a:off x="4361688" y="2295144"/>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.sln: solution folders are skipped</a:t>
            </a:r>
            <a:endParaRPr lang="en-US" sz="1300" dirty="0"/>
          </a:p>
        </p:txBody>
      </p:sp>
      <p:sp>
        <p:nvSpPr>
          <p:cNvPr id="16" name="Shape 11"/>
          <p:cNvSpPr/>
          <p:nvPr/>
        </p:nvSpPr>
        <p:spPr>
          <a:xfrm>
            <a:off x="3931920" y="2825496"/>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2901574"/>
            <a:ext cx="140452" cy="140452"/>
          </a:xfrm>
          <a:prstGeom prst="rect">
            <a:avLst/>
          </a:prstGeom>
        </p:spPr>
      </p:pic>
      <p:sp>
        <p:nvSpPr>
          <p:cNvPr id="18" name="Text 12"/>
          <p:cNvSpPr txBox="1"/>
          <p:nvPr/>
        </p:nvSpPr>
        <p:spPr>
          <a:xfrm>
            <a:off x="4361688" y="2807208"/>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Props: a project with no TargetFramework reports the inherited one, marked inherited</a:t>
            </a:r>
            <a:endParaRPr lang="en-US" sz="1300" dirty="0"/>
          </a:p>
        </p:txBody>
      </p:sp>
      <p:sp>
        <p:nvSpPr>
          <p:cNvPr id="19" name="Shape 13"/>
          <p:cNvSpPr/>
          <p:nvPr/>
        </p:nvSpPr>
        <p:spPr>
          <a:xfrm>
            <a:off x="3931920" y="3337560"/>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413638"/>
            <a:ext cx="140452" cy="140452"/>
          </a:xfrm>
          <a:prstGeom prst="rect">
            <a:avLst/>
          </a:prstGeom>
        </p:spPr>
      </p:pic>
      <p:sp>
        <p:nvSpPr>
          <p:cNvPr id="21" name="Text 14"/>
          <p:cNvSpPr txBox="1"/>
          <p:nvPr/>
        </p:nvSpPr>
        <p:spPr>
          <a:xfrm>
            <a:off x="4361688" y="3319272"/>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Props: a versionless PackageReference takes its version from Directory.Packages.props</a:t>
            </a:r>
            <a:endParaRPr lang="en-US" sz="1300" dirty="0"/>
          </a:p>
        </p:txBody>
      </p:sp>
      <p:sp>
        <p:nvSpPr>
          <p:cNvPr id="22" name="Shape 15"/>
          <p:cNvSpPr/>
          <p:nvPr/>
        </p:nvSpPr>
        <p:spPr>
          <a:xfrm>
            <a:off x="3931920" y="3849624"/>
            <a:ext cx="292608" cy="292608"/>
          </a:xfrm>
          <a:prstGeom prst="ellipse">
            <a:avLst/>
          </a:prstGeom>
          <a:solidFill>
            <a:srgbClr val="F5A623"/>
          </a:solidFill>
          <a:ln w="12700">
            <a:solidFill>
              <a:srgbClr val="F5A623"/>
            </a:solidFill>
            <a:prstDash val="solid"/>
          </a:ln>
        </p:spPr>
      </p:sp>
      <p:pic>
        <p:nvPicPr>
          <p:cNvPr id="23" name="Image 5" descr="preencoded.png">    </p:cNvPr>
          <p:cNvPicPr>
            <a:picLocks noChangeAspect="1"/>
          </p:cNvPicPr>
          <p:nvPr/>
        </p:nvPicPr>
        <p:blipFill>
          <a:blip r:embed="rId6"/>
          <a:stretch>
            <a:fillRect/>
          </a:stretch>
        </p:blipFill>
        <p:spPr>
          <a:xfrm>
            <a:off x="4007998" y="3925702"/>
            <a:ext cx="140452" cy="140452"/>
          </a:xfrm>
          <a:prstGeom prst="rect">
            <a:avLst/>
          </a:prstGeom>
        </p:spPr>
      </p:pic>
      <p:sp>
        <p:nvSpPr>
          <p:cNvPr id="24" name="Text 16"/>
          <p:cNvSpPr txBox="1"/>
          <p:nvPr/>
        </p:nvSpPr>
        <p:spPr>
          <a:xfrm>
            <a:off x="4361688" y="3831336"/>
            <a:ext cx="4325112" cy="466344"/>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repository with neither file behaves exactly as it does now</a:t>
            </a:r>
            <a:endParaRPr lang="en-US" sz="1300" dirty="0"/>
          </a:p>
        </p:txBody>
      </p:sp>
      <p:sp>
        <p:nvSpPr>
          <p:cNvPr id="25"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26"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MiniCode describes itself</a:t>
            </a:r>
            <a:endParaRPr lang="en-US" sz="2800" dirty="0"/>
          </a:p>
        </p:txBody>
      </p:sp>
      <p:sp>
        <p:nvSpPr>
          <p:cNvPr id="4" name="Shape 2"/>
          <p:cNvSpPr/>
          <p:nvPr/>
        </p:nvSpPr>
        <p:spPr>
          <a:xfrm>
            <a:off x="457200" y="1325880"/>
            <a:ext cx="8229600" cy="3063240"/>
          </a:xfrm>
          <a:prstGeom prst="roundRect">
            <a:avLst>
              <a:gd name="adj" fmla="val 2388"/>
            </a:avLst>
          </a:prstGeom>
          <a:solidFill>
            <a:srgbClr val="0F1420"/>
          </a:solidFill>
          <a:ln w="12700">
            <a:solidFill>
              <a:srgbClr val="0F1420"/>
            </a:solidFill>
            <a:prstDash val="solid"/>
          </a:ln>
        </p:spPr>
      </p:sp>
      <p:sp>
        <p:nvSpPr>
          <p:cNvPr id="5" name="Text 3"/>
          <p:cNvSpPr txBox="1"/>
          <p:nvPr/>
        </p:nvSpPr>
        <p:spPr>
          <a:xfrm>
            <a:off x="640080" y="1463040"/>
            <a:ext cx="7863840" cy="278892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Solutions: MiniCode.slnx</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src/MiniCode.Agent/MiniCode.Agent.csproj</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targets   net10.0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refs      MiniCode.Infrastructure, MiniCode.Tools, MiniCode.Workspace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packages  Microsoft.Agents.AI, Microsoft.Extensions.AI.OpenAI</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src/MiniCode.Cli/MiniCode.Cli.csproj</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targets   net10.0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refs      MiniCode.Agent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packages  none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src/MiniCode.Workspace/MiniCode.Workspace.csproj</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targets   net10.0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refs      none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packages  none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Notable files: none</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Describe the architecture of this solution</a:t>
            </a:r>
            <a:endParaRPr lang="en-US" sz="2800" dirty="0"/>
          </a:p>
        </p:txBody>
      </p:sp>
      <p:sp>
        <p:nvSpPr>
          <p:cNvPr id="4" name="Shape 2"/>
          <p:cNvSpPr/>
          <p:nvPr/>
        </p:nvSpPr>
        <p:spPr>
          <a:xfrm>
            <a:off x="457200" y="1325880"/>
            <a:ext cx="5257800" cy="2651760"/>
          </a:xfrm>
          <a:prstGeom prst="roundRect">
            <a:avLst>
              <a:gd name="adj" fmla="val 2759"/>
            </a:avLst>
          </a:prstGeom>
          <a:solidFill>
            <a:srgbClr val="0F1420"/>
          </a:solidFill>
          <a:ln w="12700">
            <a:solidFill>
              <a:srgbClr val="0F1420"/>
            </a:solidFill>
            <a:prstDash val="solid"/>
          </a:ln>
        </p:spPr>
      </p:sp>
      <p:sp>
        <p:nvSpPr>
          <p:cNvPr id="5" name="Text 3"/>
          <p:cNvSpPr txBox="1"/>
          <p:nvPr/>
        </p:nvSpPr>
        <p:spPr>
          <a:xfrm>
            <a:off x="640080" y="1463040"/>
            <a:ext cx="4892040" cy="237744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src/MiniCode.Cli --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Workspace: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Describe the architecture of this solution.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CustomerPortal is a three-project .NET 10 solution.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CustomerPortal.Web is the entry point and references Core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and Data; Core holds the domain model and references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nothing; Data references Core and brings in EF Core and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SQL Server. CustomerPortal.Tests is a test project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covering Core.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Oriented first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shape came from describe_repository</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Tests found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Marked by the [test project] signal</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6 — Repository Discovery</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describe_repository orients first</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7  </a:t>
            </a:r>
            <a:pPr indent="0" marL="0">
              <a:buNone/>
            </a:pPr>
            <a:r>
              <a:rPr lang="en-US" sz="1250" dirty="0">
                <a:solidFill>
                  <a:srgbClr val="FFFFFF"/>
                </a:solidFill>
                <a:latin typeface="Calibri" pitchFamily="34" charset="0"/>
                <a:ea typeface="Calibri" pitchFamily="34" charset="-122"/>
                <a:cs typeface="Calibri" pitchFamily="34" charset="-120"/>
              </a:rPr>
              <a:t>MiniCode's core instructions say to call it first on an unfamiliar solution</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[test project] marker</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13  </a:t>
            </a:r>
            <a:pPr indent="0" marL="0">
              <a:buNone/>
            </a:pPr>
            <a:r>
              <a:rPr lang="en-US" sz="1250" dirty="0">
                <a:solidFill>
                  <a:srgbClr val="FFFFFF"/>
                </a:solidFill>
                <a:latin typeface="Calibri" pitchFamily="34" charset="0"/>
                <a:ea typeface="Calibri" pitchFamily="34" charset="-122"/>
                <a:cs typeface="Calibri" pitchFamily="34" charset="-120"/>
              </a:rPr>
              <a:t>Test discovery is already answered when MiniCode starts running tests</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read-only discovery tool</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Classed as safe: it never prompts for approval</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Deterministic first, model second</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Slash commands run deterministically, with no model call</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1 Capstone — Repository Explorer (v0.1)</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6 — Repository Discovery</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Repository Discovery</dc:title>
  <dc:subject>PptxGenJS Presentation</dc:subject>
  <dc:creator>MiniCode Course</dc:creator>
  <cp:lastModifiedBy>MiniCode Course</cp:lastModifiedBy>
  <cp:revision>1</cp:revision>
  <dcterms:created xsi:type="dcterms:W3CDTF">2026-10-01T22:01:06Z</dcterms:created>
  <dcterms:modified xsi:type="dcterms:W3CDTF">2026-10-01T22:01:06Z</dcterms:modified>
</cp:coreProperties>
</file>