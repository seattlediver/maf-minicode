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window is the scarcest thing MiniCode has, and until now it has been spending it blind. We give it a way to measure what a session costs, and a way to turn a search result into a short list of files worth opening, so it reads five files instead of forty-two. We start from the Module 7 folder. This builds on Module 5b's search_files and read_file, and on Module 7's AgentInstructions.Compose: the composed instruction block is the first thing that occupies the budget, on every single request. Setup: nothing new. Deliberately no tokenizer package; the estimate is arithmetic, and the lesson is honest about what that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window is a fixed budget, and everything competes for it: the instructions, every question, every answer, and, by far the largest, every tool result. Read forty files into it and there is less room left for the model to actually think. Note where a session starts from: the composed instruction block alone is about 137 tokens before a word is exchanged, and it is re-sent on every request. That is the floor the budget is measured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Estimating is enough; measuring exactly is not worth it. A real tokenizer is a dependency, a model-specific vocabulary, and a startup cost, to answer a question MiniCode only uses for decisions: is this session getting full, is this read worth it. Characters divided by 4, plus a few tokens of framing per message, is close enough. Estimate charges the message overhead even for empty text, because an empty message still costs role framing. But say that it is an estimate. Every number MiniCode prints carries a tilde. An approximation presented as a fact is a small lie that someone eventually debugs at length. The ratio is genuinely good for prose and ordinary C#; it drifts on dense JSON and on heavily commented source, and that is fine for the decisions being made with it. The agent counts what it sends and what it receives, not what the provider billed; that number arrives with the response and is Module 17's business. This one is available before a decision has to be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before read is the whole discipline. The naive loop is: list everything, read what looks relevant. The disciplined one is: search for the thing, see which files it lives in, read those. The first spends the budget to find out where to look; the second spends it on what it came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 by match count is a crude heuristic that works. A file containing eight matches for ResolvePath is a better bet than one containing a single mention in a comment. It is not clever, and it does not need to be; it just needs to be better than alphabetical. Ties are broken by path so the plan does not swap order between runs. A plan is capped, and admits it was capped. Five files, most-matched first. If the search hit forty-two, the plan says so, so the model knows there is more to ask for rather than assuming it has seen everything. This is the same principle as the truncation notices in Module 5b, applied one level up. FromSearch never reads a file. It works entirely on the path:line: text strings search already returned, which is the point. A line with no path is filtered out rather than guessed at: a malformed hit should shrink the plan, not corrupt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threshold now, machinery later. ContextBudget is a record with two numbers and no state: the window and the threshold. The used count lives on whoever is counting. ShouldCompact returns true at 75% of the window. Nothing acts on it yet; Module 8b is what does something when it fires. That is deliberate and worth saying: defining the line before building the response keeps that Module from having to invent a policy while it is also inventing a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one: count the tool results too. The tally currently misses the largest thing in the window: a read_file result of four hundred numbered lines is far bigger than the question that asked for it, and it never reaches RunStreamingAsync's output. Route tool results through the tally. The natural place is Module 5a's IToolInvoker seam: a CountingToolInvoker that estimates each result on the way back and reports the total. Acceptance criteria: reading a 400-line file moves the context line by roughly the size of that file; the count is unchanged when no tool is called; no tool class is edited. Exercise two: make the planner budget-aware. FromSearch caps at five files regardless of how large they are; five 2,000-line files is a worse plan than eight small ones. Give it a token allowance and have it take files until the allowance is spent. You will need a size per candidate; getting one without reading the file is the interesting part, and IFileSystemService does not currently offer it. Acceptance criteria: a plan never proposes more than its allowance; a single file larger than the whole allowance is still proposed, alone, rather than producing an empty plan. Both belong in src/MiniCode.Agent/. Neither has a reference implementation in a later Module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real, measured against this Module's own folder. Searching for ResolvePath finds 7 matches in 5 files, and the plan reads those 5. And the argument for doing it that way, priced: reading every file costs about 12,114 tokens, 9% of the window; reading the plan costs about 2,909 tokens, 2%. Four times cheaper, on a solution of twenty-eight files. On a real repository of two thousand files the ratio is not four; it is the difference between fitting and not fitting. In conversation, the cost of the session is now visible after every turn: ask where a path is checked before a file is opened, and after the answer MiniCode prints the context line, about 1,043 of 128,000 tokens,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The 75% threshold we set today is what Module 8b acts on: after a turn, if ShouldCompact is true, the session is compacted. Search, identify, then read is the shape of the autonomous loop in Module 12, which searches code before reading the relevant files. The context line printed after each answer becomes the /status command in Module 16a. And the running token tally is extended in the Phase 3 Capstone, where tool calls and their results are charged to the tally too; until then a streamed tool call adds nothing to it. This ships in the Phase 2 Capstone, Planning Agent, version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8A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Budget and Search Before Read</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Context Management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Module07-ProjectInstructionsWithAgentsMd/</a:t>
            </a:r>
            <a:endParaRPr lang="en-US" sz="95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Module08a-BudgetAndSearchBeforeRead/</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the context window is a budget everything competes for</a:t>
            </a:r>
            <a:endParaRPr lang="en-US" sz="1300" dirty="0"/>
          </a:p>
        </p:txBody>
      </p:sp>
      <p:sp>
        <p:nvSpPr>
          <p:cNvPr id="14" name="Shape 11"/>
          <p:cNvSpPr/>
          <p:nvPr/>
        </p:nvSpPr>
        <p:spPr>
          <a:xfrm>
            <a:off x="5257800" y="205282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2133661"/>
            <a:ext cx="149230" cy="149230"/>
          </a:xfrm>
          <a:prstGeom prst="rect">
            <a:avLst/>
          </a:prstGeom>
        </p:spPr>
      </p:pic>
      <p:sp>
        <p:nvSpPr>
          <p:cNvPr id="16" name="Text 12"/>
          <p:cNvSpPr txBox="1"/>
          <p:nvPr/>
        </p:nvSpPr>
        <p:spPr>
          <a:xfrm>
            <a:off x="5715000" y="20345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Estimating tokens with arithmetic, and saying it is an estimate</a:t>
            </a:r>
            <a:endParaRPr lang="en-US" sz="1300" dirty="0"/>
          </a:p>
        </p:txBody>
      </p:sp>
      <p:sp>
        <p:nvSpPr>
          <p:cNvPr id="17" name="Shape 13"/>
          <p:cNvSpPr/>
          <p:nvPr/>
        </p:nvSpPr>
        <p:spPr>
          <a:xfrm>
            <a:off x="5257800" y="285292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933761"/>
            <a:ext cx="149230" cy="149230"/>
          </a:xfrm>
          <a:prstGeom prst="rect">
            <a:avLst/>
          </a:prstGeom>
        </p:spPr>
      </p:pic>
      <p:sp>
        <p:nvSpPr>
          <p:cNvPr id="19" name="Text 14"/>
          <p:cNvSpPr txBox="1"/>
          <p:nvPr/>
        </p:nvSpPr>
        <p:spPr>
          <a:xfrm>
            <a:off x="5715000" y="28346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Search before read: open five files, not forty-two</a:t>
            </a:r>
            <a:endParaRPr lang="en-US" sz="1300" dirty="0"/>
          </a:p>
        </p:txBody>
      </p:sp>
      <p:sp>
        <p:nvSpPr>
          <p:cNvPr id="20" name="Shape 15"/>
          <p:cNvSpPr/>
          <p:nvPr/>
        </p:nvSpPr>
        <p:spPr>
          <a:xfrm>
            <a:off x="5257800" y="365302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733861"/>
            <a:ext cx="149230" cy="149230"/>
          </a:xfrm>
          <a:prstGeom prst="rect">
            <a:avLst/>
          </a:prstGeom>
        </p:spPr>
      </p:pic>
      <p:sp>
        <p:nvSpPr>
          <p:cNvPr id="22" name="Text 16"/>
          <p:cNvSpPr txBox="1"/>
          <p:nvPr/>
        </p:nvSpPr>
        <p:spPr>
          <a:xfrm>
            <a:off x="5715000" y="36347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Setting the compaction threshold before building the mechanism</a:t>
            </a:r>
            <a:endParaRPr lang="en-US" sz="1300" dirty="0"/>
          </a:p>
        </p:txBody>
      </p:sp>
      <p:sp>
        <p:nvSpPr>
          <p:cNvPr id="23"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8a — Budget and Search Before Read</a:t>
            </a:r>
            <a:endParaRPr lang="en-US" sz="900" dirty="0"/>
          </a:p>
        </p:txBody>
      </p:sp>
      <p:sp>
        <p:nvSpPr>
          <p:cNvPr id="24"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A fixed budget, and everything competes for it</a:t>
            </a:r>
            <a:endParaRPr lang="en-US" sz="2700" dirty="0"/>
          </a:p>
        </p:txBody>
      </p:sp>
      <p:sp>
        <p:nvSpPr>
          <p:cNvPr id="4" name="Shape 2"/>
          <p:cNvSpPr/>
          <p:nvPr/>
        </p:nvSpPr>
        <p:spPr>
          <a:xfrm>
            <a:off x="457200" y="1371600"/>
            <a:ext cx="1851660" cy="1828800"/>
          </a:xfrm>
          <a:prstGeom prst="roundRect">
            <a:avLst>
              <a:gd name="adj" fmla="val 400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Instructions</a:t>
            </a:r>
            <a:endParaRPr lang="en-US" sz="1500" dirty="0"/>
          </a:p>
        </p:txBody>
      </p:sp>
      <p:sp>
        <p:nvSpPr>
          <p:cNvPr id="8" name="Text 5"/>
          <p:cNvSpPr txBox="1"/>
          <p:nvPr/>
        </p:nvSpPr>
        <p:spPr>
          <a:xfrm>
            <a:off x="640080" y="2057400"/>
            <a:ext cx="148590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~137 tokens, re-sent on every request</a:t>
            </a:r>
            <a:endParaRPr lang="en-US" sz="1200" dirty="0"/>
          </a:p>
        </p:txBody>
      </p:sp>
      <p:sp>
        <p:nvSpPr>
          <p:cNvPr id="9" name="Shape 6"/>
          <p:cNvSpPr/>
          <p:nvPr/>
        </p:nvSpPr>
        <p:spPr>
          <a:xfrm>
            <a:off x="2583180" y="1371600"/>
            <a:ext cx="185166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Questions</a:t>
            </a:r>
            <a:endParaRPr lang="en-US" sz="1500" dirty="0"/>
          </a:p>
        </p:txBody>
      </p:sp>
      <p:sp>
        <p:nvSpPr>
          <p:cNvPr id="13" name="Text 9"/>
          <p:cNvSpPr txBox="1"/>
          <p:nvPr/>
        </p:nvSpPr>
        <p:spPr>
          <a:xfrm>
            <a:off x="2766060" y="2057400"/>
            <a:ext cx="148590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request the operator types</a:t>
            </a:r>
            <a:endParaRPr lang="en-US" sz="1200" dirty="0"/>
          </a:p>
        </p:txBody>
      </p:sp>
      <p:sp>
        <p:nvSpPr>
          <p:cNvPr id="14" name="Shape 10"/>
          <p:cNvSpPr/>
          <p:nvPr/>
        </p:nvSpPr>
        <p:spPr>
          <a:xfrm>
            <a:off x="4709160" y="1371600"/>
            <a:ext cx="1851660" cy="1828800"/>
          </a:xfrm>
          <a:prstGeom prst="roundRect">
            <a:avLst>
              <a:gd name="adj" fmla="val 4000"/>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Answers</a:t>
            </a:r>
            <a:endParaRPr lang="en-US" sz="1500" dirty="0"/>
          </a:p>
        </p:txBody>
      </p:sp>
      <p:sp>
        <p:nvSpPr>
          <p:cNvPr id="18" name="Text 13"/>
          <p:cNvSpPr txBox="1"/>
          <p:nvPr/>
        </p:nvSpPr>
        <p:spPr>
          <a:xfrm>
            <a:off x="4892040" y="2057400"/>
            <a:ext cx="1485900" cy="10515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reply the model streams</a:t>
            </a:r>
            <a:endParaRPr lang="en-US" sz="1200" dirty="0"/>
          </a:p>
        </p:txBody>
      </p:sp>
      <p:sp>
        <p:nvSpPr>
          <p:cNvPr id="19" name="Shape 14"/>
          <p:cNvSpPr/>
          <p:nvPr/>
        </p:nvSpPr>
        <p:spPr>
          <a:xfrm>
            <a:off x="6835140" y="1371600"/>
            <a:ext cx="1851660" cy="1828800"/>
          </a:xfrm>
          <a:prstGeom prst="roundRect">
            <a:avLst>
              <a:gd name="adj" fmla="val 4000"/>
            </a:avLst>
          </a:prstGeom>
          <a:solidFill>
            <a:srgbClr val="512BD4"/>
          </a:solidFill>
          <a:ln w="12700">
            <a:solidFill>
              <a:srgbClr val="512BD4"/>
            </a:solidFill>
            <a:prstDash val="solid"/>
          </a:ln>
        </p:spPr>
      </p:sp>
      <p:sp>
        <p:nvSpPr>
          <p:cNvPr id="20" name="Shape 15"/>
          <p:cNvSpPr/>
          <p:nvPr/>
        </p:nvSpPr>
        <p:spPr>
          <a:xfrm>
            <a:off x="7018020" y="155448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Tool results</a:t>
            </a:r>
            <a:endParaRPr lang="en-US" sz="1500" dirty="0"/>
          </a:p>
        </p:txBody>
      </p:sp>
      <p:sp>
        <p:nvSpPr>
          <p:cNvPr id="23" name="Text 17"/>
          <p:cNvSpPr txBox="1"/>
          <p:nvPr/>
        </p:nvSpPr>
        <p:spPr>
          <a:xfrm>
            <a:off x="7018020" y="2057400"/>
            <a:ext cx="1485900" cy="10515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By far the largest</a:t>
            </a:r>
            <a:endParaRPr lang="en-US" sz="1200" dirty="0"/>
          </a:p>
        </p:txBody>
      </p:sp>
      <p:sp>
        <p:nvSpPr>
          <p:cNvPr id="24" name="Text 18"/>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Read forty files into it and there is less room left for the model to think.</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8a — Budget and Search Before Read</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Estimate it, and say that it is an estimate</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real tokenizer</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dependency to take 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model-specific vocabulary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startup cost, for a yes/no decision</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Characters ÷ 4</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Plus ~4 tokens of framing per message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Good for prose and ordinary C#</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printed number carries a ~</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An approximation presented as a fact is a small lie someone eventually debugs.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8a — Budget and Search Before Read</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Search before read is the whole discipline</a:t>
            </a:r>
            <a:endParaRPr lang="en-US" sz="2800" dirty="0"/>
          </a:p>
        </p:txBody>
      </p:sp>
      <p:sp>
        <p:nvSpPr>
          <p:cNvPr id="4" name="Shape 2"/>
          <p:cNvSpPr/>
          <p:nvPr/>
        </p:nvSpPr>
        <p:spPr>
          <a:xfrm>
            <a:off x="457200" y="1417320"/>
            <a:ext cx="1796796" cy="1801368"/>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Search</a:t>
            </a:r>
            <a:endParaRPr lang="en-US" sz="1500" dirty="0"/>
          </a:p>
        </p:txBody>
      </p:sp>
      <p:sp>
        <p:nvSpPr>
          <p:cNvPr id="8" name="Text 5"/>
          <p:cNvSpPr txBox="1"/>
          <p:nvPr/>
        </p:nvSpPr>
        <p:spPr>
          <a:xfrm>
            <a:off x="640080" y="26060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Look for the thing itself</a:t>
            </a:r>
            <a:endParaRPr lang="en-US" sz="1200" dirty="0"/>
          </a:p>
        </p:txBody>
      </p:sp>
      <p:sp>
        <p:nvSpPr>
          <p:cNvPr id="9" name="Shape 6"/>
          <p:cNvSpPr/>
          <p:nvPr/>
        </p:nvSpPr>
        <p:spPr>
          <a:xfrm>
            <a:off x="2318004"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801368"/>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Identify</a:t>
            </a:r>
            <a:endParaRPr lang="en-US" sz="1500" dirty="0"/>
          </a:p>
        </p:txBody>
      </p:sp>
      <p:sp>
        <p:nvSpPr>
          <p:cNvPr id="14" name="Text 10"/>
          <p:cNvSpPr txBox="1"/>
          <p:nvPr/>
        </p:nvSpPr>
        <p:spPr>
          <a:xfrm>
            <a:off x="2784348" y="26060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See which files it lives in</a:t>
            </a:r>
            <a:endParaRPr lang="en-US" sz="1200" dirty="0"/>
          </a:p>
        </p:txBody>
      </p:sp>
      <p:sp>
        <p:nvSpPr>
          <p:cNvPr id="15" name="Shape 11"/>
          <p:cNvSpPr/>
          <p:nvPr/>
        </p:nvSpPr>
        <p:spPr>
          <a:xfrm>
            <a:off x="4462272"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801368"/>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Read</a:t>
            </a:r>
            <a:endParaRPr lang="en-US" sz="1500" dirty="0"/>
          </a:p>
        </p:txBody>
      </p:sp>
      <p:sp>
        <p:nvSpPr>
          <p:cNvPr id="20" name="Text 15"/>
          <p:cNvSpPr txBox="1"/>
          <p:nvPr/>
        </p:nvSpPr>
        <p:spPr>
          <a:xfrm>
            <a:off x="4928616" y="2606040"/>
            <a:ext cx="1476756"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Open only those files</a:t>
            </a:r>
            <a:endParaRPr lang="en-US" sz="1200" dirty="0"/>
          </a:p>
        </p:txBody>
      </p:sp>
      <p:sp>
        <p:nvSpPr>
          <p:cNvPr id="21" name="Shape 16"/>
          <p:cNvSpPr/>
          <p:nvPr/>
        </p:nvSpPr>
        <p:spPr>
          <a:xfrm>
            <a:off x="6606540" y="2208276"/>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801368"/>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Reason</a:t>
            </a:r>
            <a:endParaRPr lang="en-US" sz="1500" dirty="0"/>
          </a:p>
        </p:txBody>
      </p:sp>
      <p:sp>
        <p:nvSpPr>
          <p:cNvPr id="26" name="Text 20"/>
          <p:cNvSpPr txBox="1"/>
          <p:nvPr/>
        </p:nvSpPr>
        <p:spPr>
          <a:xfrm>
            <a:off x="7072884" y="26060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With room left to think</a:t>
            </a:r>
            <a:endParaRPr lang="en-US" sz="1200" dirty="0"/>
          </a:p>
        </p:txBody>
      </p:sp>
      <p:sp>
        <p:nvSpPr>
          <p:cNvPr id="27" name="Text 21"/>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Not "list everything, read what looks relevant". Spend the budget on what you came for.</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8a — Budget and Search Before Read</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search hits to a short reading list</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RetrievalPlanner</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Works only on the path:line: text hits search already returned. Never reads a file.</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Rank</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Most matches first. Crude, and better than alphabetical.</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Cap</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Five files at most, ties broken by path</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Admit it</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Says when the search found more than it proposes</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Planning what to read must not cost what reading costs.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8a — Budget and Search Before Read</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threshold now, machinery later</a:t>
            </a:r>
            <a:endParaRPr lang="en-US" sz="2800" dirty="0"/>
          </a:p>
        </p:txBody>
      </p:sp>
      <p:sp>
        <p:nvSpPr>
          <p:cNvPr id="4" name="Shape 2"/>
          <p:cNvSpPr/>
          <p:nvPr/>
        </p:nvSpPr>
        <p:spPr>
          <a:xfrm>
            <a:off x="457200" y="1417320"/>
            <a:ext cx="2511552" cy="1801368"/>
          </a:xfrm>
          <a:prstGeom prst="roundRect">
            <a:avLst>
              <a:gd name="adj" fmla="val 406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ContextBudget</a:t>
            </a:r>
            <a:endParaRPr lang="en-US" sz="1400" dirty="0"/>
          </a:p>
        </p:txBody>
      </p:sp>
      <p:sp>
        <p:nvSpPr>
          <p:cNvPr id="8" name="Text 5"/>
          <p:cNvSpPr txBox="1"/>
          <p:nvPr/>
        </p:nvSpPr>
        <p:spPr>
          <a:xfrm>
            <a:off x="640080"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128,000 tokens for gpt-4.1-mini</a:t>
            </a:r>
            <a:endParaRPr lang="en-US" sz="1200" dirty="0"/>
          </a:p>
        </p:txBody>
      </p:sp>
      <p:sp>
        <p:nvSpPr>
          <p:cNvPr id="9" name="Shape 6"/>
          <p:cNvSpPr/>
          <p:nvPr/>
        </p:nvSpPr>
        <p:spPr>
          <a:xfrm>
            <a:off x="303276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801368"/>
          </a:xfrm>
          <a:prstGeom prst="roundRect">
            <a:avLst>
              <a:gd name="adj" fmla="val 4061"/>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ShouldCompact</a:t>
            </a:r>
            <a:endParaRPr lang="en-US" sz="1400" dirty="0"/>
          </a:p>
        </p:txBody>
      </p:sp>
      <p:sp>
        <p:nvSpPr>
          <p:cNvPr id="14" name="Text 10"/>
          <p:cNvSpPr txBox="1"/>
          <p:nvPr/>
        </p:nvSpPr>
        <p:spPr>
          <a:xfrm>
            <a:off x="3499104"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True at 75% of the window. Nothing calls it yet.</a:t>
            </a:r>
            <a:endParaRPr lang="en-US" sz="1200" dirty="0"/>
          </a:p>
        </p:txBody>
      </p:sp>
      <p:sp>
        <p:nvSpPr>
          <p:cNvPr id="15" name="Shape 11"/>
          <p:cNvSpPr/>
          <p:nvPr/>
        </p:nvSpPr>
        <p:spPr>
          <a:xfrm>
            <a:off x="5891784"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801368"/>
          </a:xfrm>
          <a:prstGeom prst="roundRect">
            <a:avLst>
              <a:gd name="adj" fmla="val 4061"/>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Module 8b</a:t>
            </a:r>
            <a:endParaRPr lang="en-US" sz="1500" dirty="0"/>
          </a:p>
        </p:txBody>
      </p:sp>
      <p:sp>
        <p:nvSpPr>
          <p:cNvPr id="20" name="Text 15"/>
          <p:cNvSpPr txBox="1"/>
          <p:nvPr/>
        </p:nvSpPr>
        <p:spPr>
          <a:xfrm>
            <a:off x="6358128" y="2606040"/>
            <a:ext cx="219151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Acts when it fires</a:t>
            </a:r>
            <a:endParaRPr lang="en-US" sz="1200" dirty="0"/>
          </a:p>
        </p:txBody>
      </p:sp>
      <p:sp>
        <p:nvSpPr>
          <p:cNvPr id="21" name="Text 1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Decide the policy here, so Module 8b only has to build the mechanism.</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8a — Budget and Search Before Read</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Count tool results, and budget the plan</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One: route tool results through the tally with a CountingToolInvoker. Two: give the planner a token allowance instead of a five-file cap.</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50" dirty="0">
                <a:solidFill>
                  <a:srgbClr val="B8B2E6"/>
                </a:solidFill>
                <a:latin typeface="Courier New" pitchFamily="34" charset="0"/>
                <a:ea typeface="Courier New" pitchFamily="34" charset="-122"/>
                <a:cs typeface="Courier New" pitchFamily="34" charset="-120"/>
              </a:rPr>
              <a:t>src/MiniCode.Agent/</a:t>
            </a:r>
            <a:endParaRPr lang="en-US" sz="9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Reading a 400-line file moves the context line by roughly that file's size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No tool call, no change to the count, and no tool class is edited</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plan never proposes more than its allowance</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One file bigger than the whole allowance is still proposed, alone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8a — Budget and Search Before Read</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Four times cheaper, measured</a:t>
            </a:r>
            <a:endParaRPr lang="en-US" sz="2800" dirty="0"/>
          </a:p>
        </p:txBody>
      </p:sp>
      <p:sp>
        <p:nvSpPr>
          <p:cNvPr id="4" name="Shape 2"/>
          <p:cNvSpPr/>
          <p:nvPr/>
        </p:nvSpPr>
        <p:spPr>
          <a:xfrm>
            <a:off x="457200" y="1325880"/>
            <a:ext cx="5257800" cy="3017520"/>
          </a:xfrm>
          <a:prstGeom prst="roundRect">
            <a:avLst>
              <a:gd name="adj" fmla="val 2424"/>
            </a:avLst>
          </a:prstGeom>
          <a:solidFill>
            <a:srgbClr val="0F1420"/>
          </a:solidFill>
          <a:ln w="12700">
            <a:solidFill>
              <a:srgbClr val="0F1420"/>
            </a:solidFill>
            <a:prstDash val="solid"/>
          </a:ln>
        </p:spPr>
      </p:sp>
      <p:sp>
        <p:nvSpPr>
          <p:cNvPr id="5" name="Text 3"/>
          <p:cNvSpPr txBox="1"/>
          <p:nvPr/>
        </p:nvSpPr>
        <p:spPr>
          <a:xfrm>
            <a:off x="640080" y="1463040"/>
            <a:ext cx="4892040" cy="274320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search 'ResolvePath': 7 matches in 5 files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plan: read 5</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src/MiniCode.Workspace/FileSystemService.cs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src/MiniCode.Workspace/InstructionSource.cs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src/MiniCode.Workspace/IWorkspace.cs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src/MiniCode.Workspace/RepositoryInspector.cs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src/MiniCode.Workspace/Workspace.cs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read every file : ~12,114 tokens  (9% of window)</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read the plan   : ~2,909 tokens  (2% of window)</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context ~1,043 / 128,000 tokens (1%)</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plan</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Five files, most-matched first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price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~4x cheaper on 28 files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Every turn</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session's cost, after each answer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8a — Budget and Search Before Read</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ShouldCompact at 75%</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8b  </a:t>
            </a:r>
            <a:pPr indent="0" marL="0">
              <a:buNone/>
            </a:pPr>
            <a:r>
              <a:rPr lang="en-US" sz="1250" dirty="0">
                <a:solidFill>
                  <a:srgbClr val="FFFFFF"/>
                </a:solidFill>
                <a:latin typeface="Calibri" pitchFamily="34" charset="0"/>
                <a:ea typeface="Calibri" pitchFamily="34" charset="-122"/>
                <a:cs typeface="Calibri" pitchFamily="34" charset="-120"/>
              </a:rPr>
              <a:t>Compaction runs when the threshold is crossed after a turn</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Search, identify, then read</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12  </a:t>
            </a:r>
            <a:pPr indent="0" marL="0">
              <a:buNone/>
            </a:pPr>
            <a:r>
              <a:rPr lang="en-US" sz="1250" dirty="0">
                <a:solidFill>
                  <a:srgbClr val="FFFFFF"/>
                </a:solidFill>
                <a:latin typeface="Calibri" pitchFamily="34" charset="0"/>
                <a:ea typeface="Calibri" pitchFamily="34" charset="-122"/>
                <a:cs typeface="Calibri" pitchFamily="34" charset="-120"/>
              </a:rPr>
              <a:t>The autonomous loop searches code before reading relevant files</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context line</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16a  </a:t>
            </a:r>
            <a:pPr indent="0" marL="0">
              <a:buNone/>
            </a:pPr>
            <a:r>
              <a:rPr lang="en-US" sz="1250" dirty="0">
                <a:solidFill>
                  <a:srgbClr val="FFFFFF"/>
                </a:solidFill>
                <a:latin typeface="Calibri" pitchFamily="34" charset="0"/>
                <a:ea typeface="Calibri" pitchFamily="34" charset="-122"/>
                <a:cs typeface="Calibri" pitchFamily="34" charset="-120"/>
              </a:rPr>
              <a:t>/status prints the same context summary on demand</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running token tally</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Phase 3 Capstone  </a:t>
            </a:r>
            <a:pPr indent="0" marL="0">
              <a:buNone/>
            </a:pPr>
            <a:r>
              <a:rPr lang="en-US" sz="1250" dirty="0">
                <a:solidFill>
                  <a:srgbClr val="FFFFFF"/>
                </a:solidFill>
                <a:latin typeface="Calibri" pitchFamily="34" charset="0"/>
                <a:ea typeface="Calibri" pitchFamily="34" charset="-122"/>
                <a:cs typeface="Calibri" pitchFamily="34" charset="-120"/>
              </a:rPr>
              <a:t>Tool calls and their results are charged to the tally too</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2 Capstone — Planning Agent (v0.2)</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8a — Budget and Search Before Read</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8a — Context Management: Budget and Search Before Read</dc:title>
  <dc:subject>PptxGenJS Presentation</dc:subject>
  <dc:creator>MiniCode Course</dc:creator>
  <cp:lastModifiedBy>MiniCode Course</cp:lastModifiedBy>
  <cp:revision>1</cp:revision>
  <dcterms:created xsi:type="dcterms:W3CDTF">2026-10-01T23:15:04Z</dcterms:created>
  <dcterms:modified xsi:type="dcterms:W3CDTF">2026-10-01T23:15:04Z</dcterms:modified>
</cp:coreProperties>
</file>