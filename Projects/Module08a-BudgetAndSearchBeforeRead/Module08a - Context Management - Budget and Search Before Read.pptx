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Ships as part of Phase 2 Capstone — Planning Agent (v0.2).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ratio is genuinely good for prose and ordinary C#; it drifts on dense JSON and on heavily commented source, and that is fine for the decisions being made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natural place for Exercise One is Module 5a’s IToolInvoker chokepoint: a CountingToolInvoker that estimates each result on the way back. For Exercise Two you need a size per candidate without reading the file, and IFileSystemService does not currently offer one — that is the interesting part. Note where the session starts from: the composed instruction block alone is about 137 tokens before a word is exchanged, and it is re-sent on every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981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8A · PHASE 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82216"/>
            <a:ext cx="6309360" cy="1247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and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Before Read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3278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window is the scarcest thing MiniCode has, and until now it has been spending it blind. We give it a way to measure what a session costs, and a way to turn a search result into a short list of files worth opening — so it reads five files instead of forty-two.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29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Module07-ProjectInstructionsWithAgentsMd/ — the composed instruction block is the first thing that occupies the budget, on every single request.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Nothing new. Deliberately no tokenizer package: the estimate is arithmetic, and the lesson is honest about what that costs.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2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086600" y="1143000"/>
            <a:ext cx="4526280" cy="4389120"/>
          </a:xfrm>
          <a:prstGeom prst="roundRect">
            <a:avLst>
              <a:gd name="adj" fmla="val 2500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42632" y="1344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priced, on 28 files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178308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 'ResolvePath':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203911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7 matches in 5 files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229514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551176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every file : ~12,114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80720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the plan   : ~2,909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42632" y="3264408"/>
            <a:ext cx="401421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ysDot"/>
          </a:ln>
        </p:spPr>
      </p:sp>
      <p:sp>
        <p:nvSpPr>
          <p:cNvPr id="15" name="Text 13"/>
          <p:cNvSpPr txBox="1"/>
          <p:nvPr/>
        </p:nvSpPr>
        <p:spPr>
          <a:xfrm>
            <a:off x="7342632" y="3429000"/>
            <a:ext cx="4014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times cheaper here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fit-or-not-fit at scale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342632" y="4069080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carries a tilde.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Fixed Budget, and an Estimate Good Enough to Decide With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8A — CONTEXT MANAGEMENT: BUDGET AND SEARCH BEFORE READ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Competes for the Same Window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instructions, every question, every answer, and — by far the largest — every tool result. Read forty files into it and there is less room left for the model to actually think.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it on a file nobody needed is the cost this exists to make visible.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Characters ÷ 4, Plus a Few Tokens of Framing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tokenizer is a dependency, a model-specific vocabulary and a startup cost, to answer a question MiniCode only uses for decisions: is this session getting full, is this read worth it.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492240" y="4892040"/>
            <a:ext cx="4983480" cy="594360"/>
          </a:xfrm>
          <a:prstGeom prst="roundRect">
            <a:avLst>
              <a:gd name="adj" fmla="val 9231"/>
            </a:avLst>
          </a:prstGeom>
          <a:solidFill>
            <a:srgbClr val="141B4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2940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say that it is an estimate. An approximation presented as a fact is a small lie that someone eventually debugs at length.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Before Read Is the Whole Discipline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8A — CONTEXT MANAGEMENT: BUDGET AND SEARCH BEFORE READ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3291840"/>
          </a:xfrm>
          <a:prstGeom prst="roundRect">
            <a:avLst>
              <a:gd name="adj" fmla="val 2778"/>
            </a:avLst>
          </a:prstGeom>
          <a:solidFill>
            <a:srgbClr val="3FBFB0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Naive Loop Spends the Budget Finding Out Where to Look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everything, read what looks relevant. The disciplined one searches for the thing, sees which files it lives in, and reads those — spending the budget on what it came for.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6309360" y="1417320"/>
            <a:ext cx="5349240" cy="3291840"/>
          </a:xfrm>
          <a:prstGeom prst="roundRect">
            <a:avLst>
              <a:gd name="adj" fmla="val 2778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Ranking by Match Count Is Crude, and It Works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6629400" y="260604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file containing eight matches for ResolvePath is a better bet than one containing a single mention in a comment. It does not need to be clever — it just needs to be better than alphabetical.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388620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files, most-matched first — and if the search hit forty-two, the plan says so.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48640" y="493776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77824" y="5193792"/>
            <a:ext cx="10405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threshold now, machinery later.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877824" y="5554472"/>
            <a:ext cx="10405872" cy="428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ShouldCompact returns true at 75% of the window. Nothing acts on it yet — Module 8b is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does. Defining the line first keeps that Module from inventing a policy and a mechanism at once.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Small Types: Estimate, Budget, Plan, Planner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8A — CONTEXT MANAGEMENT: BUDGET AND SEARCH BEFORE READ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167335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src/MiniCode.Agent/TokenEstimator.cs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00863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const int CharactersPerToken = 4;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const int MessageOverhead = 4;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313432"/>
            <a:ext cx="469087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int Estimate(string? text) =&gt;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string.IsNullOrEmpty(text)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MessageOverhead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(text.Length / CharactersPerToken)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+ MessageOverhead;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30754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src/MiniCode.Agent/ContextBudget.cs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41071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ContextBudget Default { get; }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= new(128_000, 0.75);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371551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bool ShouldCompact(int usedTokens) =&gt;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usedTokens &gt;= MaxTokens * CompactAtFraction;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4020312"/>
            <a:ext cx="469087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string Describe(int usedTokens) =&gt;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$"context ~{usedTokens:N0} / {MaxTokens:N0}"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 $" tokens ({(double)usedTokens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MaxTokens:P0})";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tilde is the difference between a helpful estimate and a wrong number.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38544" y="167335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src/MiniCode.Agent/RetrievalPlanner.cs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638544" y="20086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const int MaxFiles = 5;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638544" y="2161032"/>
            <a:ext cx="469087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ReadPlan FromSearch(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IReadOnlyList&lt;string&gt;? hits)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List&lt;IGrouping&lt;string, string&gt;&gt; byFile = [.. hits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.Select(PathOf)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38544" y="29230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.Where(p =&gt; p.Length &gt; 0)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638544" y="30754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.GroupBy(p =&gt; p)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638544" y="3227832"/>
            <a:ext cx="4690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.OrderByDescending(g =&gt; g.Count())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.ThenBy(g =&gt; g.Key,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StringComparer.OrdinalIgnoreCase)];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638544" y="3685032"/>
            <a:ext cx="469087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new ReadPlan(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[.. byFile.Take(MaxFiles)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.Select(g =&gt; g.Key)],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byFile.Count,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byFile.Sum(g =&gt; g.Count()));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638544" y="459943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ReadPlan.IsNarrowed =&gt; CandidateCount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                    &gt; Files.Count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63854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FromSearch never reads a file. Planning what to read must not cost what reading costs.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Details Behind Two Numbers and a 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8A — CONTEXT MANAGEMENT: BUDGET AND SEARCH BEFORE READ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charges overhead even for empty text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message still costs role framing. Small, but it stops a long conversation of short turns from reading as free.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6082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608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0946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ContextBudget is two numbers and no state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0946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used count lives on whoever is counting; the budget only knows the window and the threshold.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ShouldCompact exists with nothing calling it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Deliberate, and worth saying on camera: the policy is decided here, the mechanism arrives in 8b.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6082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6082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0946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ThenBy on the path makes ties deterministic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0946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it, two files with equal match counts could swap order between runs and the plan would look unstable for no reason.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PathOf returns empty rather than guessing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37160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line has no colon, and those lines are filtered out. A malformed hit should shrink the plan, not corrupt it.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8650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6082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6082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10946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counts what it sends and receives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10946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what the provider billed — that number arrives with the response and is Module 17’s business. This one is available before a decision has to be made.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 the Tool Results, and Price the Plan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below are real, measured against this Module’s own folder.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8A — CONTEXT MANAGEMENT: BUDGET AND SEARCH BEFORE READ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1945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2359152"/>
            <a:ext cx="310896" cy="31089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45920" y="21945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two, both in src/MiniCode.Agent/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063240"/>
            <a:ext cx="4709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One: route tool results through the tally — a 400-line read_file result is far bigger than the question that asked for it, and never reaches RunStreamingAsync’s output. Two: make the planner budget-aware, taking files until a token allowance is spent.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160520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 400-line file moves the context line by roughly the size of that file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 is unchanged when no tool is called, and no tool class is edited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 never proposes more than its allowance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file larger than the whole allowance is still proposed, alone, rather than producing an empty plan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09360" y="18745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38544" y="2130552"/>
            <a:ext cx="4690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search 'ResolvePath', then plan ===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638544" y="2491232"/>
            <a:ext cx="4690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matches in 5 files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2669032"/>
            <a:ext cx="4690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plan: read 5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638544" y="2846832"/>
            <a:ext cx="4690872" cy="962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src/MiniCode.Workspace/FileSystemService.cs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src/MiniCode.Workspace/InstructionSource.cs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src/MiniCode.Workspace/IWorkspace.cs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src/MiniCode.Workspace/RepositoryInspector.cs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src/MiniCode.Workspace/Workspace.cs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638544" y="3735832"/>
            <a:ext cx="4690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and the argument, priced ===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638544" y="4096512"/>
            <a:ext cx="4690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every file : ~12,114 tokens  (9%)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6638544" y="4274312"/>
            <a:ext cx="4690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 the plan   : ~2,909 tokens  (2%)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63854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times cheaper on twenty-eight files. On two thousand files the ratio is not four — it is the difference between fitting and not fitting.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MiniCode Course</dc:creator>
  <cp:lastModifiedBy>MiniCode Course</cp:lastModifiedBy>
  <cp:revision>1</cp:revision>
  <dcterms:created xsi:type="dcterms:W3CDTF">2026-09-10T19:55:54Z</dcterms:created>
  <dcterms:modified xsi:type="dcterms:W3CDTF">2026-09-10T19:55:54Z</dcterms:modified>
</cp:coreProperties>
</file>