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2.png"/><Relationship Id="rId10" Type="http://schemas.openxmlformats.org/officeDocument/2006/relationships/image" Target="../media/image-6-10.png"/><Relationship Id="rId11" Type="http://schemas.openxmlformats.org/officeDocument/2006/relationships/image" Target="../media/image-6-2.png"/><Relationship Id="rId12" Type="http://schemas.openxmlformats.org/officeDocument/2006/relationships/image" Target="../media/image-6-12.png"/><Relationship Id="rId13" Type="http://schemas.openxmlformats.org/officeDocument/2006/relationships/image" Target="../media/image-6-2.png"/><Relationship Id="rId14" Type="http://schemas.openxmlformats.org/officeDocument/2006/relationships/image" Target="../media/image-6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· PHASE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Management: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and Search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Read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five files instead of forty-two.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2801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pic>
        <p:nvPicPr>
          <p:cNvPr id="6" name="Image 0" descr="/home/claude/deck10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508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23960" y="153619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budget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366760" y="2148840"/>
            <a:ext cx="2926080" cy="320040"/>
          </a:xfrm>
          <a:prstGeom prst="roundRect">
            <a:avLst>
              <a:gd name="adj" fmla="val 48571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8366760" y="2148840"/>
            <a:ext cx="29261" cy="320040"/>
          </a:xfrm>
          <a:prstGeom prst="roundRect">
            <a:avLst>
              <a:gd name="adj" fmla="val 531246"/>
            </a:avLst>
          </a:prstGeom>
          <a:solidFill>
            <a:srgbClr val="3FBFB0"/>
          </a:solidFill>
          <a:ln/>
        </p:spPr>
      </p:sp>
      <p:sp>
        <p:nvSpPr>
          <p:cNvPr id="10" name="Text 7"/>
          <p:cNvSpPr/>
          <p:nvPr/>
        </p:nvSpPr>
        <p:spPr>
          <a:xfrm>
            <a:off x="8366760" y="2560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~1,043 / 128,000 tokens (1%)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366760" y="306324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8366760" y="324612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every file :  ~12,114 tokens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366760" y="356616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plan   :   ~2,909 tokens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366760" y="4023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cheaper on this solution.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Fixed Budget, and Everything Competes for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instructions, every question, every answer, and — by far the largest — every tool result. </a:t>
            </a:r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forty files into it and there is less room left for the model to actually think.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2061972" y="313639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10/icons/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9132" y="32735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886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Instructions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4297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block, resent every request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288036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5811012" y="313639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/home/claude/deck10/icons/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172" y="32735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80560" y="3886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26280" y="4297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and every answer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288036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7" name="Shape 13"/>
          <p:cNvSpPr/>
          <p:nvPr/>
        </p:nvSpPr>
        <p:spPr>
          <a:xfrm>
            <a:off x="9560052" y="313639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2" descr="/home/claude/deck10/icons/file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212" y="327355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29600" y="388620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results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275320" y="4297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far the largest — file reads especially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48640" y="5212080"/>
            <a:ext cx="11109960" cy="914400"/>
          </a:xfrm>
          <a:prstGeom prst="roundRect">
            <a:avLst>
              <a:gd name="adj" fmla="val 6000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22" name="Text 17"/>
          <p:cNvSpPr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now, MiniCode has been spending this budget blind.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Estimating Is Enough — and It Says So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0/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Characters ÷ 4, Plus Framing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tokenizer is a dependency, a model-specific vocabulary, and a startup cost — to answer a question MiniCode only uses for decisions.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3931920"/>
            <a:ext cx="4709160" cy="1005840"/>
          </a:xfrm>
          <a:prstGeom prst="roundRect">
            <a:avLst>
              <a:gd name="adj" fmla="val 5455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393192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this session getting full?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this read worth it?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10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Carries a ~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approximation presented as a fact is a small lie that someone eventually debugs at length. The ratio is good for prose and ordinary C#; it drifts on dense JSON and heavily commented source.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629400" y="4297680"/>
            <a:ext cx="47091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/>
          <p:nvPr/>
        </p:nvSpPr>
        <p:spPr>
          <a:xfrm>
            <a:off x="6812280" y="429768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~1,043 / 128,000 tokens (1%)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Before Read Is the Whole Discipline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9496" y="1463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1719072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6" name="Image 0" descr="/home/claude/deck10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85623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7373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naive loop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3816" y="237744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"List everything, read what looks relevant."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Spends the budget to find out where to look.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0216" y="1463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3FBFB0"/>
          </a:solidFill>
          <a:ln/>
        </p:spPr>
      </p:sp>
      <p:sp>
        <p:nvSpPr>
          <p:cNvPr id="10" name="Shape 7"/>
          <p:cNvSpPr/>
          <p:nvPr/>
        </p:nvSpPr>
        <p:spPr>
          <a:xfrm>
            <a:off x="6556248" y="17190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deck10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5623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373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disciplined loop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74536" y="237744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"Search for the thing, see which files it lives in, read those."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Spends the budget on what it came for.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2960" y="4023360"/>
            <a:ext cx="10515600" cy="1965960"/>
          </a:xfrm>
          <a:prstGeom prst="roundRect">
            <a:avLst>
              <a:gd name="adj" fmla="val 4651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97280" y="4297680"/>
            <a:ext cx="594360" cy="5943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6" name="Image 2" descr="/home/claude/deck10/icons/s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4348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20624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by match count is a crude heuristic that works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874520" y="475488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with eight matches for ResolvePath is a better bet than one with a single mention in a comment. Not clever — just better than alphabetical.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 Is Capped, and Admits It Was Capped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files, most-matched first.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search hit forty-two, the plan says so — so the model knows there is more to ask for rather than assuming it has seen everything.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971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'ResolvePath': 7 matches in 5 files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97280" y="338328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plan: read 5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src/MiniCode.Workspace/FileSystemService.cs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src/MiniCode.Workspace/InstructionSource.cs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src/MiniCode.Workspace/IWorkspace.cs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2960" y="475488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3FBFB0"/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0" y="498348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0" descr="/home/claude/deck10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512064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74520" y="4937760"/>
            <a:ext cx="9052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IsNarrowed tells the model there’s more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874520" y="5349240"/>
            <a:ext cx="905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when CandidateCount &gt; Files.Count — same principle as the truncation notices in Module 5b, applied one level up.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 Pipelines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709160"/>
          </a:xfrm>
          <a:prstGeom prst="roundRect">
            <a:avLst>
              <a:gd name="adj" fmla="val 1942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THE BUDGET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218541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/home/claude/deck10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8600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6192" y="205740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request/response</a:t>
            </a:r>
            <a:endParaRPr lang="en-US" sz="1150" dirty="0"/>
          </a:p>
        </p:txBody>
      </p:sp>
      <p:pic>
        <p:nvPicPr>
          <p:cNvPr id="10" name="Image 1" descr="/home/claude/deck10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798064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22960" y="283464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</p:sp>
      <p:sp>
        <p:nvSpPr>
          <p:cNvPr id="12" name="Shape 8"/>
          <p:cNvSpPr/>
          <p:nvPr/>
        </p:nvSpPr>
        <p:spPr>
          <a:xfrm>
            <a:off x="1005840" y="296265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2" descr="/home/claude/deck10/icons/calcu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3063240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36192" y="283464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TokenEstimator.Estimate</a:t>
            </a:r>
            <a:endParaRPr lang="en-US" sz="1150" dirty="0"/>
          </a:p>
        </p:txBody>
      </p:sp>
      <p:pic>
        <p:nvPicPr>
          <p:cNvPr id="15" name="Image 3" descr="/home/claude/deck10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575304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22960" y="361188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</p:sp>
      <p:sp>
        <p:nvSpPr>
          <p:cNvPr id="17" name="Shape 11"/>
          <p:cNvSpPr/>
          <p:nvPr/>
        </p:nvSpPr>
        <p:spPr>
          <a:xfrm>
            <a:off x="1005840" y="373989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4" descr="/home/claude/deck10/icons/cog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424" y="38404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36192" y="361188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CodingAgent._usedTokens</a:t>
            </a:r>
            <a:endParaRPr lang="en-US" sz="1150" dirty="0"/>
          </a:p>
        </p:txBody>
      </p:sp>
      <p:pic>
        <p:nvPicPr>
          <p:cNvPr id="20" name="Image 5" descr="/home/claude/deck10/icons/arrow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4352544"/>
            <a:ext cx="201168" cy="201168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822960" y="438912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E2761"/>
          </a:solidFill>
          <a:ln/>
        </p:spPr>
      </p:sp>
      <p:sp>
        <p:nvSpPr>
          <p:cNvPr id="22" name="Shape 14"/>
          <p:cNvSpPr/>
          <p:nvPr/>
        </p:nvSpPr>
        <p:spPr>
          <a:xfrm>
            <a:off x="1005840" y="45171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3" name="Image 6" descr="/home/claude/deck10/icons/perc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424" y="4617720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536192" y="4389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ContextBudget.Describe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6309360" y="1463040"/>
            <a:ext cx="5349240" cy="4709160"/>
          </a:xfrm>
          <a:prstGeom prst="roundRect">
            <a:avLst>
              <a:gd name="adj" fmla="val 1942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583680" y="16459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WHAT TO READ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6583680" y="205740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41B49"/>
          </a:solidFill>
          <a:ln/>
        </p:spPr>
      </p:sp>
      <p:sp>
        <p:nvSpPr>
          <p:cNvPr id="28" name="Shape 19"/>
          <p:cNvSpPr/>
          <p:nvPr/>
        </p:nvSpPr>
        <p:spPr>
          <a:xfrm>
            <a:off x="6766560" y="218541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9" name="Image 7" descr="/home/claude/deck10/icons/searc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144" y="2286000"/>
            <a:ext cx="201168" cy="20116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296912" y="205740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search_files hits</a:t>
            </a:r>
            <a:endParaRPr lang="en-US" sz="1150" dirty="0"/>
          </a:p>
        </p:txBody>
      </p:sp>
      <p:pic>
        <p:nvPicPr>
          <p:cNvPr id="31" name="Image 8" descr="/home/claude/deck10/icons/arrowdow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69680" y="2798064"/>
            <a:ext cx="201168" cy="201168"/>
          </a:xfrm>
          <a:prstGeom prst="rect">
            <a:avLst/>
          </a:prstGeom>
        </p:spPr>
      </p:pic>
      <p:sp>
        <p:nvSpPr>
          <p:cNvPr id="32" name="Shape 21"/>
          <p:cNvSpPr/>
          <p:nvPr/>
        </p:nvSpPr>
        <p:spPr>
          <a:xfrm>
            <a:off x="6583680" y="283464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41B49"/>
          </a:solidFill>
          <a:ln/>
        </p:spPr>
      </p:sp>
      <p:sp>
        <p:nvSpPr>
          <p:cNvPr id="33" name="Shape 22"/>
          <p:cNvSpPr/>
          <p:nvPr/>
        </p:nvSpPr>
        <p:spPr>
          <a:xfrm>
            <a:off x="6766560" y="296265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34" name="Image 9" descr="/home/claude/deck10/icons/sor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144" y="3063240"/>
            <a:ext cx="201168" cy="201168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7296912" y="283464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RetrievalPlanner.FromSearch</a:t>
            </a:r>
            <a:endParaRPr lang="en-US" sz="1150" dirty="0"/>
          </a:p>
        </p:txBody>
      </p:sp>
      <p:pic>
        <p:nvPicPr>
          <p:cNvPr id="36" name="Image 10" descr="/home/claude/deck10/icons/arrowdow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69680" y="3575304"/>
            <a:ext cx="201168" cy="201168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583680" y="361188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141B49"/>
          </a:solidFill>
          <a:ln/>
        </p:spPr>
      </p:sp>
      <p:sp>
        <p:nvSpPr>
          <p:cNvPr id="38" name="Shape 25"/>
          <p:cNvSpPr/>
          <p:nvPr/>
        </p:nvSpPr>
        <p:spPr>
          <a:xfrm>
            <a:off x="6766560" y="373989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39" name="Image 11" descr="/home/claude/deck10/icons/listo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67144" y="3840480"/>
            <a:ext cx="201168" cy="201168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7296912" y="361188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ReadPlan (ranked, capped)</a:t>
            </a:r>
            <a:endParaRPr lang="en-US" sz="1150" dirty="0"/>
          </a:p>
        </p:txBody>
      </p:sp>
      <p:pic>
        <p:nvPicPr>
          <p:cNvPr id="41" name="Image 12" descr="/home/claude/deck10/icons/arrowdow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9680" y="4352544"/>
            <a:ext cx="201168" cy="201168"/>
          </a:xfrm>
          <a:prstGeom prst="rect">
            <a:avLst/>
          </a:prstGeom>
        </p:spPr>
      </p:pic>
      <p:sp>
        <p:nvSpPr>
          <p:cNvPr id="42" name="Shape 27"/>
          <p:cNvSpPr/>
          <p:nvPr/>
        </p:nvSpPr>
        <p:spPr>
          <a:xfrm>
            <a:off x="6583680" y="4389120"/>
            <a:ext cx="4846320" cy="658368"/>
          </a:xfrm>
          <a:prstGeom prst="roundRect">
            <a:avLst>
              <a:gd name="adj" fmla="val 9722"/>
            </a:avLst>
          </a:prstGeom>
          <a:solidFill>
            <a:srgbClr val="3FBFB0"/>
          </a:solidFill>
          <a:ln/>
        </p:spPr>
      </p:sp>
      <p:sp>
        <p:nvSpPr>
          <p:cNvPr id="43" name="Shape 28"/>
          <p:cNvSpPr/>
          <p:nvPr/>
        </p:nvSpPr>
        <p:spPr>
          <a:xfrm>
            <a:off x="6766560" y="45171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4" name="Image 13" descr="/home/claude/deck10/icons/fil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67144" y="4617720"/>
            <a:ext cx="201168" cy="201168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7296912" y="4389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 on the shortlist</a:t>
            </a:r>
            <a:endParaRPr lang="en-US" sz="1150" dirty="0"/>
          </a:p>
        </p:txBody>
      </p:sp>
      <p:sp>
        <p:nvSpPr>
          <p:cNvPr id="46" name="Text 30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47" name="Text 3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Moves Across Two Files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3619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36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447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charges overhead for empty text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61872" y="1856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message still costs role framing — short turns aren’t free.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37160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3619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36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4475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ContextBudget holds no state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31152" y="1856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only; the used count lives with whoever is counting.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70662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87121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71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77977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prints a tilde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261872" y="319125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a helpful estimate and a wrong number.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270662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87121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871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77977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ShouldCompact has nothing calling it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31152" y="319125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is decided here; the mechanism arrives in Module 8b.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041648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06240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06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114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FromSearch never reads a file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261872" y="452628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only on path:line: text already returned — planning must not cost like reading.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4041648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06240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06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114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ThenBy makes ties deterministic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31152" y="452628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equal match counts could swap order between runs.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537667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54126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5412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44982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PathOf returns empty rather than guessing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61872" y="586130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malformed hit shrinks the plan; it does not corrupt it.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537667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0" y="554126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0" y="55412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931152" y="544982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counts what it sends and receives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931152" y="586130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the provider billed — that’s Module 17’s business, and arrives too late to decide with.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Priced: 4× Cheaper, on This 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22860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0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Count tool results too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tally misses the largest thing in the window. Route tool results through Module 5a’s IToolInvoker seam — a CountingToolInvoker that estimates on the way back. No tool class is edited.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585216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10/icons/scisso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14223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0507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Make the planner budget-aware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4572000"/>
            <a:ext cx="5349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2,000-line files is worse than eight small ones. Give it a token allowance and take files until it’s spent. A file larger than the whole allowance is still proposed, alone.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675120" y="1371600"/>
            <a:ext cx="4983480" cy="182880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03720" y="1600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every file :  ~12,114 tokens  (9%)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90372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plan   :   ~2,909 tokens  (2%)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903720" y="251460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times cheaper here. On a 2,000-file repo, it’s the difference between fitting and not fitting.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675120" y="3383280"/>
            <a:ext cx="4983480" cy="2788920"/>
          </a:xfrm>
          <a:prstGeom prst="roundRect">
            <a:avLst>
              <a:gd name="adj" fmla="val 3279"/>
            </a:avLst>
          </a:prstGeom>
          <a:solidFill>
            <a:srgbClr val="F4F6FB"/>
          </a:solidFill>
          <a:ln/>
        </p:spPr>
      </p:sp>
      <p:sp>
        <p:nvSpPr>
          <p:cNvPr id="19" name="Text 15"/>
          <p:cNvSpPr/>
          <p:nvPr/>
        </p:nvSpPr>
        <p:spPr>
          <a:xfrm>
            <a:off x="6903720" y="3566160"/>
            <a:ext cx="45262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is a path checked before a
file is opened?
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Workspace.ValidatePath in
src/.../Workspace.cs:27 is the single
check. ResolvePath and IsPathAllowed
both delegate to it.
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~1,043 / 128,000 tokens (1%)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2026-09-09T00:07:03Z</dcterms:created>
  <dcterms:modified xsi:type="dcterms:W3CDTF">2026-09-09T00:07:03Z</dcterms:modified>
</cp:coreProperties>
</file>