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16a gives MiniCode a second input channel. Nine commands ship here: /help, /status, /files, /diff, /build, /test, /commit, /clear, /exit. /plan and /review need genuinely new agent logic, so they are Module 16b. Starting point: Module15-HumanApprovalAndSafety/. Nothing to install.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_tools = tools.OfType&lt;AIFunction&gt;().ToDictionary(t =&gt; t.Name). A slash command's run_command and the model's run_command are TryGetValue calls into the same dictionary, not two objects that share a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11b's list matches program plus first argument, so adding Git required no new matching logic — only a new entry. CommandAllowList’s shape already generalised past dotnet.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DescribeToolCalls only reads FunctionCallContent, never FunctionResultContent. The broad catch is the last resort of one turn, not a substitute for validation: every tool already follows the never-throw discipline from Module 5a, so this catch exists for what that discipline does not reach — a network fault talking to OpenAI, for instance.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TryParse returning null for anything without a leading / lets ConsoleChatLoop pattern-match once — is { } command — and fall through to the existing chat path otherwise. /commit builds git commit -a -m &lt;message&gt;: every already-tracked modification, but no new untracked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InvokeToolAsync calls function.InvokeAsync on an InterceptedFunction, so it runs the whole chain exactly as if the model had called it. HelpText and a RunShellAsync helper round out ConsoleChatLoop; neither does anything the dispatch switch doesn't already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 fires on /commit because git commit is neither dotnet build nor dotnet test. Cancellation, error presentation and a live Y/N/A keystroke need a real terminal and an OPENAI_API_KEY to demonstrate; what reaches them is exactly this sequence, driven by ConsoleChatLoop instead of a harness.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4170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16A · PHASE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5752"/>
            <a:ext cx="6309360" cy="1560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 CLI: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 and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Informational Commands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89248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prior Module treated the operator's input as one thing: a request for the model. A line starting with / is now a command — run deterministically, with no model call involved.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Module15-HumanApprovalAndSafety/ — third Module of Phase 4.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to install. No new package.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"/commit Bump to v2"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60920" y="1810512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60920" y="18105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744968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TryParse -&gt; /commit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60920" y="2212848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60920" y="2212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44968" y="21854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DispatchAsync -&gt; "commit"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60920" y="2615184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60920" y="2615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44968" y="25877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InvokeToolAsync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60920" y="3017520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60920" y="3017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744968" y="29900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list: "git commit"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0920" y="3419856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60920" y="34198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44968" y="33924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ApprovalInvoker: Y/N/A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60920" y="3822192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60920" y="38221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744968" y="37947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42632" y="4288536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28" name="Text 26"/>
          <p:cNvSpPr txBox="1"/>
          <p:nvPr/>
        </p:nvSpPr>
        <p:spPr>
          <a:xfrm>
            <a:off x="7342632" y="4453128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 prefix  → command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prefix → model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342632" y="5074920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dispatch. Identical policy.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Channel, Not a Shortcut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16A — DEVELOPER CLI: DISPATCH AND INFORMATIONAL COMMANDS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Slash Command Bypasses the Model, Not Its Policies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/build does not ask gpt-4.1-mini to call run_command — ConsoleChatLoop calls it directly, through the identical AIFunction the model would have called. Same allow list, same approval, same loop guard.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is deterministic. Policy is not bypassed.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Dictionary of Tools, Built Once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CodingAgent indexes ToolCatalog's tools by name — the same InterceptedFunction instances ChatClientAgent already holds. Its constructor gains an IReadOnlyList&lt;AITool&gt; parameter; CodingAgentFactory passes catalog.GetTools() through unchanged.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copy of any tool, anywhere.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Boundary Stays String-Only — and Reuses Everything Else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16A — DEVELOPER CLI: DISPATCH AND INFORMATIONAL COMMANDS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ICodingAgent Grows by Exactly Two Members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InvokeToolAsync takes a tool name and a plain IReadOnlyDictionary&lt;string, object?&gt; and returns a string. ClearSession returns void. No AIFunction and no AIFunctionArguments crosses into MiniCode.Cli.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8862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Honouring the interface's own founding rule.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Reused, Not Rebuilt: Allow List and Loop Guard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/commit is the first thing in the course to actually ask for git, so one entry joins the four dotnet ones — still approval-gated. InvokeToolAsync calls the same Reset() a chat turn does, so a /build between turns does not eat either turn's 20-call budget.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9377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77824" y="5193792"/>
            <a:ext cx="10405872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src/MiniCode.Infrastructure/CommandAllowList.cs — the one changed line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77824" y="5567172"/>
            <a:ext cx="10405872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readonly string[] Allowed =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" y="5757672"/>
            <a:ext cx="10405872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["dotnet restore", "dotnet build", "dotnet test", "dotnet format", "git commit"];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Terminal Stops Going Quiet — and Stops Dying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16A — DEVELOPER CLI: DISPATCH AND INFORMATIONAL COMMANDS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Silence mid-turn was a gap, not a feature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Module 5a, AgentResponseUpdate.ToString() has always been empty for a tool call. RunStreamingAsync now shows the call itself.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call, never the result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tool's result can be thousands of characters of build or test output. Showing the call says something is happening without flooding the screen.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54680"/>
            <a:ext cx="532638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8328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5584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Ctrl+C ends a turn, not the process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867912"/>
            <a:ext cx="42291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Console.CancelKeyPress cancels a token scoped to whatever is running now; the loop catches it and asks for the next line.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154680"/>
            <a:ext cx="532638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38328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35584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broad catch, deliberately last-resort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3867912"/>
            <a:ext cx="42291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other exception prints and the loop continues, instead of unwinding out of Main and killing MiniCode over one failed call.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9834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7824" y="5239512"/>
            <a:ext cx="10405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src/MiniCode.Agent/CodingAgent.cs — the whole of the tool activity display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" y="5574792"/>
            <a:ext cx="10405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string DescribeToolCalls(AgentResponseUpdate update)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string.Concat(update.Contents.OfType&lt;FunctionCallContent&gt;()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.Select(call =&gt; $"{Environment.NewLine}→ {call.Name}({JsonSerializer.Serialize(call.Arguments)}){Environment.NewLine}"));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Line In, the Same Chain Out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16A — DEVELOPER CLI: DISPATCH AND INFORMATIONAL COMMANDS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377440" y="1417320"/>
            <a:ext cx="7406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2578608" y="1636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6624" y="17647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246120" y="15819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SlashCommand.TryParse  →  DispatchAsync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246120" y="194767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commands, no model call; /exit is the only case returning false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350008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2377440" y="2651760"/>
            <a:ext cx="7406640" cy="914400"/>
          </a:xfrm>
          <a:prstGeom prst="roundRect">
            <a:avLst>
              <a:gd name="adj" fmla="val 8000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8608" y="2871216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624" y="2999232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246120" y="281635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agent.InvokeToolAsync(name, arguments)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246120" y="318211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crossing into MiniCode.Agent — string in, string out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852160" y="3584448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2377440" y="3886200"/>
            <a:ext cx="7406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19" name="Shape 15"/>
          <p:cNvSpPr/>
          <p:nvPr/>
        </p:nvSpPr>
        <p:spPr>
          <a:xfrm>
            <a:off x="2578608" y="410565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4233672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246120" y="40507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LoopGuard → Approval → DirectToolInvoker → tool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3246120" y="441655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identical InterceptedFunction the model would have called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548640" y="516636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 w="15875">
            <a:solidFill>
              <a:srgbClr val="F87171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41248" y="5458968"/>
            <a:ext cx="566928" cy="566928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05272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554480" y="536752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not here: /plan and /review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1554480" y="580644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two need genuinely new agent logic rather than a wire-through, so they are Module 16b. Everything above is dispatch to tools that have existed since Module 4.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Parse the Line, Then Invoke Through the Chain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files carry the Module: one parses, one resolves the tool from the dictionary ChatClientAgent already holds.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16A — DEVELOPER CLI: DISPATCH AND INFORMATIONAL COMMANDS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7824" y="213055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src/MiniCode.Cli/SlashCommand.cs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478532"/>
            <a:ext cx="4690872" cy="337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sealed record SlashCommand(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Name, string? Argument)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SlashCommand? TryParse(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input)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(!input.StartsWith('/'))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body = input[1..].Trim();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space = body.IndexOf(' ');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space &lt; 0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? new SlashCommand(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body.ToLowerInvariant(), null)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: new SlashCommand(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body[..space].ToLowerInvariant(),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body[(space + 1)..].Trim());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38544" y="213055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src/MiniCode.Agent/CodingAgent.cs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638544" y="2478532"/>
            <a:ext cx="4690872" cy="172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Task&lt;string&gt; InvokeToolAsync(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toolName,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IReadOnlyDictionary&lt;string, object?&gt; arguments,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CancellationToken cancellationToken = default)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(!_tools.TryGetValue(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toolName, out AIFunction? function))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$"No such tool: {toolName}.";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638544" y="412953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_guard.Reset();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638544" y="4294632"/>
            <a:ext cx="4690872" cy="155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boundArguments = new AIFunctionArguments();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foreach ((string key, object? value) in arguments)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boundArguments[key] = value;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object? result = await function.InvokeAsync(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boundArguments, cancellationToken);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result?.ToString() ?? string.Empty;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 /log to git_log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below is real — SlashCommand, ToolCatalog’s real tools, a real temporary Git repository, and a scripted IApprovalPrompter.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16A — DEVELOPER CLI: DISPATCH AND INFORMATIONAL COMMANDS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4592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follow the shape /diff already uses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0632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/log command in ConsoleChatLoop.cs. command.Argument, when present, is how many entries to show — git_log already defaults to ten when it is omitted.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8912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/log with no argument shows the default ten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/log 3 shows three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/log all does not throw — it falls back to the default rather than crashing the turn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reference implementation ships in a later Module folder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213055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parsing ===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491232"/>
            <a:ext cx="4690872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/status            -&gt; status, null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/commit fix the bug -&gt; commit,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"fix the bug"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the project  -&gt; null (not a command)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320243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/commit Bump CustomerService to v2 ===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3563112"/>
            <a:ext cx="4690872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 wants to run: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run_command({"command":"git","arguments":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["commit","-a","-m","Bump ... v2"]})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Allow? [Y] [N] [A]  (scripted: Approve)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4274312"/>
            <a:ext cx="4690872" cy="606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0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[master 5f67412] Bump CustomerService to v2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file changed, 1 insertion(+), 1 deletion(-)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480771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/diff, immediately after ===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638544" y="516839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unstaged changes.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2026-09-10T18:44:15Z</dcterms:created>
  <dcterms:modified xsi:type="dcterms:W3CDTF">2026-09-10T18:44:15Z</dcterms:modified>
</cp:coreProperties>
</file>