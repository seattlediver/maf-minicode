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Ships as part of Phase 1 Capstone — Repository Explorer (v0.1).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Silence would leave the model concluding the file ends there, and reasoning confidently from half a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AIFunctionFactory reads [Description] on each parameter into the JSON schema. With them, paging through a long file is something the model does unprompted.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Its description tells the model to search before reading — that sentence is the point of the tool. The finished version ships in this Module’s own folder, because Module 8a builds directly on it: write yours first, then compare.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5981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· PHASE 1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982216"/>
            <a:ext cx="6309360" cy="1247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Access: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Files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32784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tools the agent needs to explore a repository it has never seen: list_files and read_file. Both go through Module 4’s sandbox and Module 5a’s interception point, so this Module is mostly about a question the framework cannot answer — what should the model actually see?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29200"/>
            <a:ext cx="6309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Module05a-TheInterceptionSeam/ — the workspace_root tool from 5a stays exactly as it is.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b="1" spc="100" kern="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SETUP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Nothing new. Microsoft.Extensions.AI is already in MiniCode.Tools, and MiniCode.Workspace still has no packages at all.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63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86600" y="1143000"/>
            <a:ext cx="4526280" cy="4389120"/>
          </a:xfrm>
          <a:prstGeom prst="roundRect">
            <a:avLst>
              <a:gd name="adj" fmla="val 2500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42632" y="1344168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the model sees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1783080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src/Program.cs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2039112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42  public void Save()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360920" y="2295144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60920" y="2551176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812 more lines. Call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360920" y="2807208"/>
            <a:ext cx="3977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again with startLine 401.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42632" y="3264408"/>
            <a:ext cx="4014216" cy="0"/>
          </a:xfrm>
          <a:prstGeom prst="line">
            <a:avLst/>
          </a:prstGeom>
          <a:noFill/>
          <a:ln w="9525">
            <a:solidFill>
              <a:srgbClr val="6B7280"/>
            </a:solidFill>
            <a:prstDash val="sysDot"/>
          </a:ln>
        </p:spPr>
      </p:sp>
      <p:sp>
        <p:nvSpPr>
          <p:cNvPr id="15" name="Text 13"/>
          <p:cNvSpPr txBox="1"/>
          <p:nvPr/>
        </p:nvSpPr>
        <p:spPr>
          <a:xfrm>
            <a:off x="7342632" y="3429000"/>
            <a:ext cx="401421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 entries, 400 lines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it says when it stops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342632" y="4069080"/>
            <a:ext cx="4014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tool result is a prompt fragment.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 Result Is a Prompt Fragment, Not a Return Value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Whatever a Tool Returns Is Pasted Into the Conversation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becomes something the model reasons about. That reframes the design question entirely: not "what is the correct data shape?" but "what text makes the model’s next decision a good one?"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these tools return strings.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Projects, Two Jobs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result object would only be serialised into text a moment later, and we would have chosen the shape without ever looking at what the model reads. MiniCode.Workspace decides what is legal; MiniCode.Tools decides what is visible.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and visible are different questions with different owners.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Numbers Earn Their Place; Caps Must Be Visible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read_file Returns "    42  public void Save()"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bare source. It costs a few tokens per line and buys the ability for the model to say "line 42" and for a later Module to edit exactly there.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88620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formatting decision here that pays off repeatedly.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3291840"/>
          </a:xfrm>
          <a:prstGeom prst="roundRect">
            <a:avLst>
              <a:gd name="adj" fmla="val 2778"/>
            </a:avLst>
          </a:prstGeom>
          <a:solidFill>
            <a:srgbClr val="3FBFB0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Capped — and the Cap Announced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repository has more files than fit in a context window, and one generated .cs file can be longer than the whole budget. list_files stops at 200 entries, read_file at 400 lines, and each says so and tells the model how to ask for the next page.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48640" y="4937760"/>
            <a:ext cx="1106424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877824" y="5193792"/>
            <a:ext cx="10405872" cy="250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silent truncation is worse than a refusal.</a:t>
            </a:r>
            <a:endParaRPr lang="en-US" sz="950" dirty="0"/>
          </a:p>
        </p:txBody>
      </p:sp>
      <p:sp>
        <p:nvSpPr>
          <p:cNvPr id="19" name="Text 15"/>
          <p:cNvSpPr txBox="1"/>
          <p:nvPr/>
        </p:nvSpPr>
        <p:spPr>
          <a:xfrm>
            <a:off x="877824" y="5554472"/>
            <a:ext cx="10405872" cy="428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812 more lines. Call again with startLine 401.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 200 entries shown. List a subdirectory to narrow the results.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Refusals Are Free, and Descriptions Are Behaviour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3FBFB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 5a Already Solved Error Handling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service calls ResolvePath, which throws with the sandbox’s reason. DirectToolInvoker catches it and returns read_file failed: Path '../secrets' was refused: OutsideWorkspace. — text the model can act on.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no error-handling code in the tools at all.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297680"/>
          </a:xfrm>
          <a:prstGeom prst="roundRect">
            <a:avLst>
              <a:gd name="adj" fmla="val 2128"/>
            </a:avLst>
          </a:prstGeom>
          <a:solidFill>
            <a:srgbClr val="F4F6FB"/>
          </a:solidFill>
          <a:ln/>
        </p:spPr>
      </p:sp>
      <p:sp>
        <p:nvSpPr>
          <p:cNvPr id="13" name="Shape 10"/>
          <p:cNvSpPr/>
          <p:nvPr/>
        </p:nvSpPr>
        <p:spPr>
          <a:xfrm>
            <a:off x="662940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3992" y="1901952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0664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Descriptions Are Where the Discipline Is Taught</a:t>
            </a:r>
            <a:endParaRPr lang="en-US" sz="1550" dirty="0"/>
          </a:p>
        </p:txBody>
      </p:sp>
      <p:sp>
        <p:nvSpPr>
          <p:cNvPr id="16" name="Text 12"/>
          <p:cNvSpPr txBox="1"/>
          <p:nvPr/>
        </p:nvSpPr>
        <p:spPr>
          <a:xfrm>
            <a:off x="6629400" y="2606040"/>
            <a:ext cx="4709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list_files says "Start here rather than guessing paths." read_file says "Prefer reading one file you have located over listing everything." Those sentences are the only place the model learns search-before-read, and Module 8 builds on the habit.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6492240" y="4892040"/>
            <a:ext cx="4983480" cy="594360"/>
          </a:xfrm>
          <a:prstGeom prst="roundRect">
            <a:avLst>
              <a:gd name="adj" fmla="val 9231"/>
            </a:avLst>
          </a:prstGeom>
          <a:solidFill>
            <a:srgbClr val="141B49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629400" y="4892040"/>
            <a:ext cx="4709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matter as much: without them the model guesses what startLine means.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Legal, and What Is Visible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7782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src/MiniCode.Workspace/FileSystemService.cs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00863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IReadOnlyList&lt;string&gt; ListFiles(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string? path, bool recursive = false)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77824" y="24658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directory = workspace.ResolvePath(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string.IsNullOrWhiteSpace(path) ? "." : path);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77824" y="2770632"/>
            <a:ext cx="4690872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[.. Directory.EnumerateFiles(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directory, "*", depth)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.Select(f =&gt; Path.GetRelativePath(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workspace.Root, f)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.Replace(Path.DirectorySeparatorChar, '/'))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877824" y="3532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.Where(workspace.IsPathAllowed)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77824" y="3685032"/>
            <a:ext cx="46908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.OrderBy(f =&gt; f, StringComparer.OrdinalIgnoreCase)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.Take(MaxEntries)];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41422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ReadFile: clamp rather than fail, then number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47751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first = Math.Clamp(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startLine, 1, Math.Max(lines.Length, 1));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877824" y="478231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text.AppendLine($"{number,6}  {lines[number - 1]}");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38544" y="167335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src/MiniCode.Tools/FileTools.cs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38544" y="20086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string ListFiles(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638544" y="216103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[Description("Directory relative to the workspace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root. Omit for the root itself.")] string? path = null,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[Description("Include subdirectories.")]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bool recursive = false)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638544" y="2770632"/>
            <a:ext cx="4690872" cy="377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... }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string ReadFile(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638544" y="307543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[Description("File path relative to the root.")]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path,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[Description("First line to return. Use this to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page through a long file.")] int startLine = 1)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638544" y="36850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=&gt; files.ReadFile(path, startLine);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638544" y="3837432"/>
            <a:ext cx="4690872" cy="225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src/MiniCode.Tools/ToolCatalog.cs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38544" y="4172712"/>
            <a:ext cx="4690872" cy="682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Intercept(AIFunctionFactory.Create(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tools.ListFiles, name: "list_files",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description: "Lists files in the repository.</a:t>
            </a:r>
            <a:endParaRPr lang="en-US" sz="9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Start here rather than guessing paths.")),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tool is registered through the same private Intercept from Module 5a.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WALKTHROUGH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Choices About What the Model Reads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omitted path means the root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37160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model can call list_files with no arguments — which is what it does first, every time.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417320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60820" y="1645920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6082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09460" y="1618488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sandbox does double duty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109460" y="2130552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Where(workspace.IsPathAllowed) filters the results, so bin, obj and .git never appear: gatekeeper on the way in, filter on the way out.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paths, forward slashes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src/MiniCode.Cli/Program.cs on every platform, and those strings are exactly what it can hand back to read_file.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86500" y="3118104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60820" y="3346704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60820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7109460" y="3319272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ReadFile clamps startLine instead of failing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7109460" y="3831336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line 5,000 of a 40-line file and you get line 40, numbered. A wrong-but-harmless argument should not cost a turn.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4864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96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137160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truncation notices are instructions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137160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tell the model it has part of the answer and exactly how to get the rest.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86500" y="4818888"/>
            <a:ext cx="5326380" cy="1572768"/>
          </a:xfrm>
          <a:prstGeom prst="roundRect">
            <a:avLst>
              <a:gd name="adj" fmla="val 5814"/>
            </a:avLst>
          </a:prstGeom>
          <a:solidFill>
            <a:srgbClr val="1E2761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60820" y="5047488"/>
            <a:ext cx="384048" cy="384048"/>
          </a:xfrm>
          <a:prstGeom prst="ellipse">
            <a:avLst/>
          </a:prstGeom>
          <a:solidFill>
            <a:srgbClr val="3FBFB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60820" y="5047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109460" y="5020056"/>
            <a:ext cx="42291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tool contains a try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7109460" y="5532120"/>
            <a:ext cx="422910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ResolvePath throws, DirectToolInvoker catches, and the model reads a sentence naming the file and the reason. FileTools takes IFileSystemService, not IWorkspace, so the tool layer cannot reach the filesystem directly.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SearchFiles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51052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5B — GIVING THE AGENT READ ACCESS: READING FILES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868680" y="1737360"/>
            <a:ext cx="640080" cy="64008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901952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373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the third tool, and the discipline it enables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06040"/>
            <a:ext cx="4709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SearchFiles to IFileSystemService and FileSystemService, then a SearchFiles method on FileTools and an entry in ToolCatalog.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520440"/>
            <a:ext cx="4709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matches as path:line: text, so one result tells the model where to read next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only files the sandbox allows, and skips refused files without failing the whole call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results the way the others do, and says so when it truncates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Case-insensitive plain-text matching is enough; a regex option is not required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query matching nothing returns a sentence — an empty result reads as a broken tool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638544" y="167335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dotnet run --project src/MiniCode.Cli --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D:\Repos\CustomerPortal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6638544" y="2003552"/>
            <a:ext cx="4690872" cy="238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Workspace: D:\Repos\CustomerPortal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638544" y="2168652"/>
            <a:ext cx="4690872" cy="40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What kind of project is this, and where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does it start?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638544" y="2498852"/>
            <a:ext cx="4690872" cy="8986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It's a .NET solution. The entry point is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src/CustomerPortal.Web/Program.cs, which builds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WebApplication, registers services, and maps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controllers. There are three projects: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CustomerPortal.Web, .Core, and .Data.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6638544" y="5458968"/>
            <a:ext cx="4690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answer, the model called list_files with no arguments, saw the three project directories, and read one file. Note what is absent: no bin, no obj, no .git.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MiniCode Course</dc:creator>
  <cp:lastModifiedBy>MiniCode Course</cp:lastModifiedBy>
  <cp:revision>1</cp:revision>
  <dcterms:created xsi:type="dcterms:W3CDTF">2026-09-10T20:14:02Z</dcterms:created>
  <dcterms:modified xsi:type="dcterms:W3CDTF">2026-09-10T20:14:02Z</dcterms:modified>
</cp:coreProperties>
</file>