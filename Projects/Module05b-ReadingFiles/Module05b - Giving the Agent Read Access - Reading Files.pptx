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image" Target="../media/image-7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Giving the Agent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Access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FILES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for exploring a repository the agent has never seen — list_files and read_file.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38160" y="12801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66760" y="1463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list_files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0" y="18745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CustomerPortal.Web/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22219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CustomerPortal.Core/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03920" y="256946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CustomerPortal.Data/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503920" y="291693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Program.cs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03920" y="326440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66760" y="3703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bin, obj, .git — filtered)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366760" y="4114800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366760" y="42519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read_file Program.cs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66760" y="4572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 var builder =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 var app = builder.Build();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Result Is a Prompt Fragment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a tool returns is pasted into the conversation </a:t>
            </a:r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becomes something the model reasons about.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9496" y="3063240"/>
            <a:ext cx="534924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13816" y="326440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QUESTION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13816" y="361188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i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"What is the correct data shape?"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0216" y="3063240"/>
            <a:ext cx="534924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574536" y="326440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QUESTION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74536" y="361188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"What text makes the model’s next decision a good one?"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37760"/>
            <a:ext cx="11109960" cy="1234440"/>
          </a:xfrm>
          <a:prstGeom prst="roundRect">
            <a:avLst>
              <a:gd name="adj" fmla="val 5926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822960" y="50292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projects, two jobs: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MiniCode.Workspace decides what is legal, MiniCode.Tools decides what is visible. That’s why these tools return strings, not structured objects that would only be serialized a moment later.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Formatting Decisions That Pay Off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691640"/>
            <a:ext cx="594360" cy="5943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6/icons/hash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288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373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Numbers Earn Their Place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68680" y="2468880"/>
            <a:ext cx="4709160" cy="548640"/>
          </a:xfrm>
          <a:prstGeom prst="roundRect">
            <a:avLst>
              <a:gd name="adj" fmla="val 10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4688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42  public void Save()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32461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 few tokens per line. Buys the model the ability to say "line 42" — and a later Module the ability to edit exactly there.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6916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6/icons/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60920" y="17373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 Must Be Visible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629400" y="2468880"/>
            <a:ext cx="470916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6" name="Text 12"/>
          <p:cNvSpPr/>
          <p:nvPr/>
        </p:nvSpPr>
        <p:spPr>
          <a:xfrm>
            <a:off x="6812280" y="24688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812 more lines. Call again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startLine 401.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629400" y="32461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files. 400 lines.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truncation is worse than a refusal — the model concludes the file ends there and reasons confidently from half a file.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Seam Pays for Itself Again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74520"/>
          </a:xfrm>
          <a:prstGeom prst="roundRect">
            <a:avLst>
              <a:gd name="adj" fmla="val 4878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691640"/>
            <a:ext cx="594360" cy="5943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6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288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691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Refusals cost nothing extra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00200" y="21488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ResolvePath throws with the sandbox’s reason. DirectToolInvoker catches it. We wrote no error-handling code in the tools at all — Module 5a’s never-throw rule did the work.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600200" y="2880360"/>
            <a:ext cx="9601200" cy="320040"/>
          </a:xfrm>
          <a:prstGeom prst="roundRect">
            <a:avLst>
              <a:gd name="adj" fmla="val 14286"/>
            </a:avLst>
          </a:prstGeom>
          <a:solidFill>
            <a:srgbClr val="141B49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2880360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 failed: Path '../secrets' was refused: OutsideWorkspace.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520440"/>
            <a:ext cx="11109960" cy="2651760"/>
          </a:xfrm>
          <a:prstGeom prst="roundRect">
            <a:avLst>
              <a:gd name="adj" fmla="val 3448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37947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6/icons/com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9319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3794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descriptions are behavior, not documentation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1600200" y="4434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list_files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94760" y="4434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"Start here rather than guessing paths."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600200" y="5029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794760" y="5029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"Prefer reading one file you have located over listing everything."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1600200" y="57150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builds directly on the search-before-read habit these sentences teach.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Legal vs. What Is Visible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709160" y="15087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70916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0760" y="210312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237744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3FBFB0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24505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FileTools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43400" y="2788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is visible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80760" y="306324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333756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34107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IFileSystemService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343400" y="37490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MiniCode.Workspace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80760" y="402336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343400" y="4297680"/>
            <a:ext cx="3474720" cy="685800"/>
          </a:xfrm>
          <a:prstGeom prst="roundRect">
            <a:avLst>
              <a:gd name="adj" fmla="val 1066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43708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IWorkspace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43400" y="4709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is legal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109960" cy="1005840"/>
          </a:xfrm>
          <a:prstGeom prst="roundRect">
            <a:avLst>
              <a:gd name="adj" fmla="val 7273"/>
            </a:avLst>
          </a:prstGeom>
          <a:solidFill>
            <a:srgbClr val="F4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4589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FileTools takes IFileSystemService, not IWorkspace.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layer cannot reach the filesystem directly even if someone tried — the layering from Module 3 is doing real work here.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Moves, Two Tools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Omitted path means the root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61872" y="1874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ListFiles treats a missing path as ".", so the model can call it with no arguments.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IsPathAllowed filters the results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31152" y="1874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bin, obj, .git never appear — the sandbox is gatekeeper and filter both.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8620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paths, forward slashes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1872" y="322783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src/MiniCode.Cli/Program.cs on every platform.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8620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ReadFile clamps startLine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31152" y="322783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line 5,000 of a 40-line file, get line 40 — a wrong argument costs no turn.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21538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truncation notice is an instruction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61872" y="4581144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"...812 more lines. Call again with startLine 401" tells it exactly what to do.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21538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tool contains a try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31152" y="4581144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ResolvePath throws, DirectToolInvoker catches — the seam pays for itself.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77256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64184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6418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1872" y="556869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FileTools takes the service, not the workspace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61872" y="5934456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layer cannot reach the filesystem directly even by accident.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SearchFiles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pic>
        <p:nvPicPr>
          <p:cNvPr id="5" name="Image 0" descr="/home/claude/deck6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716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tool the syllabus names — the one that makes search-before-read possible. No reference implementation exists; the criteria below are the specification.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8" name="Shape 5"/>
          <p:cNvSpPr/>
          <p:nvPr/>
        </p:nvSpPr>
        <p:spPr>
          <a:xfrm>
            <a:off x="713232" y="285750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9" name="Image 1" descr="/home/claude/deck6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03220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260604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matches as path:line: text, so one result tells the model where to read next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17920" y="260604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12" name="Shape 8"/>
          <p:cNvSpPr/>
          <p:nvPr/>
        </p:nvSpPr>
        <p:spPr>
          <a:xfrm>
            <a:off x="6382512" y="285750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2" descr="/home/claude/deck6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903220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66560" y="260604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only files the sandbox allows; skips refused files without failing the whole call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16" name="Shape 11"/>
          <p:cNvSpPr/>
          <p:nvPr/>
        </p:nvSpPr>
        <p:spPr>
          <a:xfrm>
            <a:off x="713232" y="372618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7" name="Image 3" descr="/home/claude/deck6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771900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47472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results the way the others do, and says so when it truncates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6217920" y="347472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20" name="Shape 14"/>
          <p:cNvSpPr/>
          <p:nvPr/>
        </p:nvSpPr>
        <p:spPr>
          <a:xfrm>
            <a:off x="6382512" y="372618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1" name="Image 4" descr="/home/claude/deck6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771900"/>
            <a:ext cx="182880" cy="1828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766560" y="347472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Case-insensitive plain-text matching is enough — a regex option is not required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548640" y="43434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24" name="Shape 17"/>
          <p:cNvSpPr/>
          <p:nvPr/>
        </p:nvSpPr>
        <p:spPr>
          <a:xfrm>
            <a:off x="713232" y="459486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5" name="Image 5" descr="/home/claude/deck6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4640580"/>
            <a:ext cx="182880" cy="1828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097280" y="434340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description tells the model to search before reading</a:t>
            </a:r>
            <a:endParaRPr lang="en-US" sz="1150" dirty="0"/>
          </a:p>
        </p:txBody>
      </p:sp>
      <p:sp>
        <p:nvSpPr>
          <p:cNvPr id="27" name="Shape 19"/>
          <p:cNvSpPr/>
          <p:nvPr/>
        </p:nvSpPr>
        <p:spPr>
          <a:xfrm>
            <a:off x="6217920" y="43434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28" name="Shape 20"/>
          <p:cNvSpPr/>
          <p:nvPr/>
        </p:nvSpPr>
        <p:spPr>
          <a:xfrm>
            <a:off x="6382512" y="459486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9" name="Image 6" descr="/home/claude/deck6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640580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766560" y="434340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 that matches nothing returns a sentence saying so, never an empty string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57800"/>
            <a:ext cx="11109960" cy="777240"/>
          </a:xfrm>
          <a:prstGeom prst="roundRect">
            <a:avLst>
              <a:gd name="adj" fmla="val 7059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32" name="Text 23"/>
          <p:cNvSpPr/>
          <p:nvPr/>
        </p:nvSpPr>
        <p:spPr>
          <a:xfrm>
            <a:off x="822960" y="525780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MiniCode "where is the workspace root validated?" and watch it search, then read — rather than listing everything.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Search, List, Read — Not Guess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85216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6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916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Happened Behind the Scenes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5349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list_files with no arguments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three project directories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one file (Program.cs) to confirm
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384048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402336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what’s absent: 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bin, no obj, no .git in the listing it received. The sandbox filtered them before the model ever spent a token on them.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675120" y="1417320"/>
            <a:ext cx="498348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03720" y="1627632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3" name="Shape 10"/>
          <p:cNvSpPr/>
          <p:nvPr/>
        </p:nvSpPr>
        <p:spPr>
          <a:xfrm>
            <a:off x="7114032" y="1627632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4" name="Shape 11"/>
          <p:cNvSpPr/>
          <p:nvPr/>
        </p:nvSpPr>
        <p:spPr>
          <a:xfrm>
            <a:off x="7324344" y="1627632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5" name="Text 12"/>
          <p:cNvSpPr/>
          <p:nvPr/>
        </p:nvSpPr>
        <p:spPr>
          <a:xfrm>
            <a:off x="6903720" y="1828800"/>
            <a:ext cx="4572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Workspace: D:\Repos\CustomerPortal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 Type 'exit' to quit.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kind of project is this, and
where does it start?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It's a .NET solution. The entry point
is src/CustomerPortal.Web/Program.cs,
which builds a WebApplication,
registers services, and maps
controllers. There are three projects:
CustomerPortal.Web, .Core, and .Data.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2026-09-08T23:31:15Z</dcterms:created>
  <dcterms:modified xsi:type="dcterms:W3CDTF">2026-09-08T23:31:15Z</dcterms:modified>
</cp:coreProperties>
</file>