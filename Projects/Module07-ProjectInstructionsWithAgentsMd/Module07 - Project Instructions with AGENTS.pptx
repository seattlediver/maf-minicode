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repository can tell MiniCode how its code should be written. We discover an AGENTS.md at the workspace root, load it, and combine it with MiniCode's own instructions, deciding explicitly what happens when the two disagree. This is the first Module where the agent consumes text somebody else wrote. We start from the Phase 1 Capstone folder and build on Module 4's IWorkspace, because discovery happens inside the sandbox, and on the Capstone's Instructions constant, which this Module replaces with something composed at run time. This ships as part of the Phase 2 Capstone, Planning Agent, v0.2.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repository has conventions, and none of them are in the code. Use async APIs. Don't touch the migrations. Add tests for new behaviour. A new developer learns these from a README or from review. An agent has no such route, so AGENTS.md is that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new to install. This Module adds one file to the repository itself: an AGENTS.md at the folder root, so the lab has something to find. The convention is a plain Markdown file at the repository root. No schema, no parser, no format to get wrong. We read it and hand it to the model. Its value is entirely in being somewhere the agent reliably looks. The slide shows the fixture word for word except two lines ending in '...': the architecture line continues 'to Tools to Workspace and Infrastructure', and the IWorkspace rule continues 'before anything opens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missing AGENTS.md is the normal case. Most repositories won't have one. Loading returns null, composition falls through to MiniCode's own instructions, and nothing anywhere treats absence as a failure. Load returns a nullable string, not a result type: present or absent, and absent is ordinary. Anything richer would be modelling a problem this Module does not have. Compose(null) returns Core exactly, not Core plus empty scaffolding, so a repository with no AGENTS.md produces byte-for-byte the instructions Phase 1 shipped. Loading also checks IsPathAllowed before ResolvePath: belt and braces, because this file is too important to load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matters: this file is untrusted input. It was written by whoever wrote the repository, which, for a coding agent, might be a repository you cloned five minutes ago. It is about to be prepended to every request the model sees. Treat it the way you would treat any text from outside your program that reaches an interpreter.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instructions have precedence, and it is stated rather than implied. The rule MiniCode uses: where they disagree about how this repository's code should be written, the repository wins; where they disagree about what the agent may do, MiniCode wins. Style, architecture, testing conventions, don't edit generated files: those are exactly what the repository should control. Identity, the tool set, the sandbox, what counts as a refusal: those are not up for negotiation. That one-sentence rule is the part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Ordering is a hint; it is not the enforcement. The repository's text is announced before it appears, fenced between BEGIN and END markers, and framed as data rather than commands, so the model is told what it is reading before it reads it. MiniCode's floor is placed after it so it reads last; recency matters to a model, and the final word should be MiniCode's. The floor also names the specific attacks worth naming: a new identity, revealing the instructions, reaching outside the workspace. That helps. What actually protects the agent is that its tools are read-only and every path goes through the sandbox. A paragraph cannot grant a capability the tool layer does not have. The markers are not a wall, and the lesson says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is capped. This text rides along on every single request. An AGENTS.md of a thousand lines would quietly consume the context budget on every turn, forever. Two hundred lines, and it says when it truncated. Core and Floor are public constants, so the composition is testable without a model, and Module 8a needs to know how large this block is when it starts counting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one: climb to find it. InstructionSource looks only at the workspace root, so opening a subdirectory of a repository misses the AGENTS.md above it. Walk up from a given directory to the workspace root and use the nearest one found. Acceptance criteria: given src/MiniCode.Cli, a file at the workspace root is found; a file in src/ beats the one at the root; the climb stops at the workspace root and never reaches a parent of it. A real AGENTS.md in the parent of your workspace must never load, and the sandbox already refuses '..', so verify you did not work around it. Exercise two: let the operator see what was loaded. Print a line at startup, Instructions: AGENTS.md (14 lines) or Instructions: none, so it is obvious whether conventions were picked up. Today a typo in the filename is silent. This belongs in src/MiniCode.Cli/Program.cs; expect to widen ICodingAgent slightly, the same honest widening the Capstone's first exercise asked for. Neither has a reference implementation in a later Module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MiniCode ships with its own AGENTS.md, so pointing it at this folder exercises the whole path: the composed instruction text is MiniCode's core instructions, the repository's conventions between the markers, then the floor. In conversation, the conventions show up in the answer without being asked for: the Git service goes in MiniCode.Infrastructure, behind an interface in its own file, per the one public type per file rule. Delete AGENTS.md and ask again, and the answer becomes a reasonable guess instead of the house rules. That difference is the whole Module. On the slide the '&gt; dotnet run' line is cut, the workspace path is shortened, the start of the answer is cut to '...' after 'In MiniCode.Infrastructure', and the closing '&gt; exit' is omitted.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The composed instruction block rides on every request, so in Module 8a it is the first thing occupying the token budget, before a word is exchanged. Today the real protection is that every tool is read-only; Module 10 adds write_file and edit_file through the same sandbox, and from then on a paragraph still cannot grant a capability, because Module 15 puts a human in front of every call that changes something. In Module 16b the reviewer deliberately does not get AGENTS.md: a repository's style rules shape what code should look like, not whether a diff is correct. And in Module 19, if the agent edits a test instead of the code, that is a finding about the instructions in AgentInstructions.cs. This ships in the Phase 2 Capstone, Planning Agent, version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7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Project Instructions with AGENTS.md</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The first Module of Phase 2 — Context &amp; Planning</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Phase1-Capstone-RepositoryExplorer/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Module07-ProjectInstructionsWithAgentsMd/</a:t>
            </a:r>
            <a:endParaRPr lang="en-US" sz="95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repository needs a way to state its conventions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Discovering and loading AGENTS.md inside the sandbox</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Treating that file as untrusted input</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stated precedence rule for when instructions disagree</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Capping text that rides on every request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100" b="1" dirty="0">
                <a:solidFill>
                  <a:srgbClr val="1F2937"/>
                </a:solidFill>
                <a:latin typeface="Cambria" pitchFamily="34" charset="0"/>
                <a:ea typeface="Cambria" pitchFamily="34" charset="-122"/>
                <a:cs typeface="Cambria" pitchFamily="34" charset="-120"/>
              </a:rPr>
              <a:t>Every repository has conventions, and none are in the code</a:t>
            </a:r>
            <a:endParaRPr lang="en-US" sz="21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new developer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Reads the README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Learns from code review</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Picks up the house rules over time</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An agent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Has no such route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Needs somewhere it reliably looks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AGENTS.md is that route</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Use async APIs. Don't touch the migrations. Add tests for new behaviour.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plain Markdown file at the root</a:t>
            </a:r>
            <a:endParaRPr lang="en-US" sz="2800" dirty="0"/>
          </a:p>
        </p:txBody>
      </p:sp>
      <p:sp>
        <p:nvSpPr>
          <p:cNvPr id="4" name="Shape 2"/>
          <p:cNvSpPr/>
          <p:nvPr/>
        </p:nvSpPr>
        <p:spPr>
          <a:xfrm>
            <a:off x="457200" y="1325880"/>
            <a:ext cx="5257800" cy="2926080"/>
          </a:xfrm>
          <a:prstGeom prst="roundRect">
            <a:avLst>
              <a:gd name="adj" fmla="val 2500"/>
            </a:avLst>
          </a:prstGeom>
          <a:solidFill>
            <a:srgbClr val="0F1420"/>
          </a:solidFill>
          <a:ln w="12700">
            <a:solidFill>
              <a:srgbClr val="0F1420"/>
            </a:solidFill>
            <a:prstDash val="solid"/>
          </a:ln>
        </p:spPr>
      </p:sp>
      <p:sp>
        <p:nvSpPr>
          <p:cNvPr id="5" name="Text 3"/>
          <p:cNvSpPr txBox="1"/>
          <p:nvPr/>
        </p:nvSpPr>
        <p:spPr>
          <a:xfrm>
            <a:off x="640080" y="1463040"/>
            <a:ext cx="4892040" cy="265176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 Development Instructions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Platform: .NET 10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Architecture: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Five projects. Dependencies point one way: Cli to Agent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MiniCode.Workspace and MiniCode.Infrastructure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reference nothing internal.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Rules: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Use async APIs.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Prefer a small record over a result hierarchy.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One public type per file.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Every path the model supplies goes through IWorkspace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Do not add a NuGet package without saying why.</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 schema</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parser, no format to get wrong</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Nothing to install</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lab fixture at the folder root</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missing AGENTS.md is the normal case</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No AGENTS.md</a:t>
            </a:r>
            <a:endParaRPr lang="en-US" sz="15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Most repositories won't have one</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Load() is null</a:t>
            </a:r>
            <a:endParaRPr lang="en-US" sz="15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Present or absent. Absent is ordinary.</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Compose(null)</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Returns Phase 1's instructions, byte for byte</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Nothing anywhere treats absence as a failure.</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This file is untrusted input</a:t>
            </a:r>
            <a:endParaRPr lang="en-US" sz="2800" dirty="0"/>
          </a:p>
        </p:txBody>
      </p:sp>
      <p:sp>
        <p:nvSpPr>
          <p:cNvPr id="4" name="Shape 2"/>
          <p:cNvSpPr/>
          <p:nvPr/>
        </p:nvSpPr>
        <p:spPr>
          <a:xfrm>
            <a:off x="457200" y="1371600"/>
            <a:ext cx="25603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Who wrote it?</a:t>
            </a:r>
            <a:endParaRPr lang="en-US" sz="1500" dirty="0"/>
          </a:p>
        </p:txBody>
      </p:sp>
      <p:sp>
        <p:nvSpPr>
          <p:cNvPr id="8" name="Text 5"/>
          <p:cNvSpPr txBox="1"/>
          <p:nvPr/>
        </p:nvSpPr>
        <p:spPr>
          <a:xfrm>
            <a:off x="640080" y="2057400"/>
            <a:ext cx="219456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Whoever wrote the repository. Maybe one you cloned five minutes ago.</a:t>
            </a:r>
            <a:endParaRPr lang="en-US" sz="1200" dirty="0"/>
          </a:p>
        </p:txBody>
      </p:sp>
      <p:sp>
        <p:nvSpPr>
          <p:cNvPr id="9" name="Shape 6"/>
          <p:cNvSpPr/>
          <p:nvPr/>
        </p:nvSpPr>
        <p:spPr>
          <a:xfrm>
            <a:off x="3291840" y="1371600"/>
            <a:ext cx="25603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Where does it go?</a:t>
            </a:r>
            <a:endParaRPr lang="en-US" sz="1500" dirty="0"/>
          </a:p>
        </p:txBody>
      </p:sp>
      <p:sp>
        <p:nvSpPr>
          <p:cNvPr id="13" name="Text 9"/>
          <p:cNvSpPr txBox="1"/>
          <p:nvPr/>
        </p:nvSpPr>
        <p:spPr>
          <a:xfrm>
            <a:off x="3474720" y="2057400"/>
            <a:ext cx="219456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Into every request the model sees</a:t>
            </a:r>
            <a:endParaRPr lang="en-US" sz="1200" dirty="0"/>
          </a:p>
        </p:txBody>
      </p:sp>
      <p:sp>
        <p:nvSpPr>
          <p:cNvPr id="14" name="Shape 10"/>
          <p:cNvSpPr/>
          <p:nvPr/>
        </p:nvSpPr>
        <p:spPr>
          <a:xfrm>
            <a:off x="6126480" y="1371600"/>
            <a:ext cx="2560320" cy="1920240"/>
          </a:xfrm>
          <a:prstGeom prst="roundRect">
            <a:avLst>
              <a:gd name="adj" fmla="val 3810"/>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So treat it</a:t>
            </a:r>
            <a:endParaRPr lang="en-US" sz="1500" dirty="0"/>
          </a:p>
        </p:txBody>
      </p:sp>
      <p:sp>
        <p:nvSpPr>
          <p:cNvPr id="18" name="Text 13"/>
          <p:cNvSpPr txBox="1"/>
          <p:nvPr/>
        </p:nvSpPr>
        <p:spPr>
          <a:xfrm>
            <a:off x="6309360" y="2057400"/>
            <a:ext cx="2194560" cy="11430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Like any outside text that reaches an interpreter</a:t>
            </a:r>
            <a:endParaRPr lang="en-US" sz="1200" dirty="0"/>
          </a:p>
        </p:txBody>
      </p:sp>
      <p:sp>
        <p:nvSpPr>
          <p:cNvPr id="19" name="Text 1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20" name="Text 1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Precedence is stated, not implied</a:t>
            </a:r>
            <a:endParaRPr lang="en-US" sz="2800" dirty="0"/>
          </a:p>
        </p:txBody>
      </p:sp>
      <p:sp>
        <p:nvSpPr>
          <p:cNvPr id="4" name="Shape 2"/>
          <p:cNvSpPr/>
          <p:nvPr/>
        </p:nvSpPr>
        <p:spPr>
          <a:xfrm>
            <a:off x="457200" y="1371600"/>
            <a:ext cx="39319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The repository wins on</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How its code should be written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Style, architecture, testing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"Don't edit generated files"</a:t>
            </a:r>
            <a:endParaRPr lang="en-US" sz="1300" dirty="0"/>
          </a:p>
        </p:txBody>
      </p:sp>
      <p:sp>
        <p:nvSpPr>
          <p:cNvPr id="9" name="Shape 6"/>
          <p:cNvSpPr/>
          <p:nvPr/>
        </p:nvSpPr>
        <p:spPr>
          <a:xfrm>
            <a:off x="4754880" y="1371600"/>
            <a:ext cx="3931920" cy="2103120"/>
          </a:xfrm>
          <a:prstGeom prst="roundRect">
            <a:avLst>
              <a:gd name="adj" fmla="val 3478"/>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MiniCode wins on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What the agent may do</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Identity and the tool set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sandbox, and what counts as a refusal</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one sentence to remember: how the code is written versus what the agent may do.</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Ordering is a hint, not the enforcement</a:t>
            </a:r>
            <a:endParaRPr lang="en-US" sz="2800" dirty="0"/>
          </a:p>
        </p:txBody>
      </p:sp>
      <p:sp>
        <p:nvSpPr>
          <p:cNvPr id="4" name="Shape 2"/>
          <p:cNvSpPr/>
          <p:nvPr/>
        </p:nvSpPr>
        <p:spPr>
          <a:xfrm>
            <a:off x="457200" y="1417320"/>
            <a:ext cx="2511552" cy="1993392"/>
          </a:xfrm>
          <a:prstGeom prst="roundRect">
            <a:avLst>
              <a:gd name="adj" fmla="val 3670"/>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Core</a:t>
            </a:r>
            <a:endParaRPr lang="en-US" sz="1500" dirty="0"/>
          </a:p>
        </p:txBody>
      </p:sp>
      <p:sp>
        <p:nvSpPr>
          <p:cNvPr id="8" name="Text 5"/>
          <p:cNvSpPr txBox="1"/>
          <p:nvPr/>
        </p:nvSpPr>
        <p:spPr>
          <a:xfrm>
            <a:off x="640080"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Who MiniCode is and how it works</a:t>
            </a:r>
            <a:endParaRPr lang="en-US" sz="1200" dirty="0"/>
          </a:p>
        </p:txBody>
      </p:sp>
      <p:sp>
        <p:nvSpPr>
          <p:cNvPr id="9" name="Shape 6"/>
          <p:cNvSpPr/>
          <p:nvPr/>
        </p:nvSpPr>
        <p:spPr>
          <a:xfrm>
            <a:off x="303276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993392"/>
          </a:xfrm>
          <a:prstGeom prst="roundRect">
            <a:avLst>
              <a:gd name="adj" fmla="val 3670"/>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Repository text</a:t>
            </a:r>
            <a:endParaRPr lang="en-US" sz="1500" dirty="0"/>
          </a:p>
        </p:txBody>
      </p:sp>
      <p:sp>
        <p:nvSpPr>
          <p:cNvPr id="14" name="Text 10"/>
          <p:cNvSpPr txBox="1"/>
          <p:nvPr/>
        </p:nvSpPr>
        <p:spPr>
          <a:xfrm>
            <a:off x="3499104"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Announced, fenced by markers, framed as data</a:t>
            </a:r>
            <a:endParaRPr lang="en-US" sz="1200" dirty="0"/>
          </a:p>
        </p:txBody>
      </p:sp>
      <p:sp>
        <p:nvSpPr>
          <p:cNvPr id="15" name="Shape 11"/>
          <p:cNvSpPr/>
          <p:nvPr/>
        </p:nvSpPr>
        <p:spPr>
          <a:xfrm>
            <a:off x="5891784"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993392"/>
          </a:xfrm>
          <a:prstGeom prst="roundRect">
            <a:avLst>
              <a:gd name="adj" fmla="val 3670"/>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Floor</a:t>
            </a:r>
            <a:endParaRPr lang="en-US" sz="1500" dirty="0"/>
          </a:p>
        </p:txBody>
      </p:sp>
      <p:sp>
        <p:nvSpPr>
          <p:cNvPr id="20" name="Text 15"/>
          <p:cNvSpPr txBox="1"/>
          <p:nvPr/>
        </p:nvSpPr>
        <p:spPr>
          <a:xfrm>
            <a:off x="6358128" y="2606040"/>
            <a:ext cx="219151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Read last: the repository cannot change what MiniCode may do</a:t>
            </a:r>
            <a:endParaRPr lang="en-US" sz="1200" dirty="0"/>
          </a:p>
        </p:txBody>
      </p:sp>
      <p:sp>
        <p:nvSpPr>
          <p:cNvPr id="21" name="Text 1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real protection: read-only tools, and every path through the sandbox.</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And it is capped</a:t>
            </a:r>
            <a:endParaRPr lang="en-US" sz="2800" dirty="0"/>
          </a:p>
        </p:txBody>
      </p:sp>
      <p:sp>
        <p:nvSpPr>
          <p:cNvPr id="4" name="Shape 2"/>
          <p:cNvSpPr/>
          <p:nvPr/>
        </p:nvSpPr>
        <p:spPr>
          <a:xfrm>
            <a:off x="457200" y="1371600"/>
            <a:ext cx="2560320" cy="1737360"/>
          </a:xfrm>
          <a:prstGeom prst="roundRect">
            <a:avLst>
              <a:gd name="adj" fmla="val 4211"/>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200 lines</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most that will be read</a:t>
            </a:r>
            <a:endParaRPr lang="en-US" sz="1200" dirty="0"/>
          </a:p>
        </p:txBody>
      </p:sp>
      <p:sp>
        <p:nvSpPr>
          <p:cNvPr id="9" name="Shape 6"/>
          <p:cNvSpPr/>
          <p:nvPr/>
        </p:nvSpPr>
        <p:spPr>
          <a:xfrm>
            <a:off x="3291840" y="1371600"/>
            <a:ext cx="256032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Every request</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text rides along on every turn, forever</a:t>
            </a:r>
            <a:endParaRPr lang="en-US" sz="1200" dirty="0"/>
          </a:p>
        </p:txBody>
      </p:sp>
      <p:sp>
        <p:nvSpPr>
          <p:cNvPr id="14" name="Shape 10"/>
          <p:cNvSpPr/>
          <p:nvPr/>
        </p:nvSpPr>
        <p:spPr>
          <a:xfrm>
            <a:off x="6126480" y="1371600"/>
            <a:ext cx="2560320" cy="1737360"/>
          </a:xfrm>
          <a:prstGeom prst="roundRect">
            <a:avLst>
              <a:gd name="adj" fmla="val 4211"/>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Says so</a:t>
            </a:r>
            <a:endParaRPr lang="en-US" sz="15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 truncated at 200 lines."</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thousand-line AGENTS.md would quietly eat the context budget.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Climb to find it, and show what loaded</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One: walk up from a directory to the workspace root and use the nearest AGENTS.md. Two: print what was loaded at startup.</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InstructionSource.cs, Program.cs</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From src/MiniCode.Cli, a file at the workspace root is found</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file in src/ beats the one at the root</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climb stops at the workspace root and never loads one from its parent</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Startup prints "Instructions: AGENTS.md (14 lines)" or "Instructions: none"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conventions show up unasked</a:t>
            </a:r>
            <a:endParaRPr lang="en-US" sz="2800" dirty="0"/>
          </a:p>
        </p:txBody>
      </p:sp>
      <p:sp>
        <p:nvSpPr>
          <p:cNvPr id="4" name="Shape 2"/>
          <p:cNvSpPr/>
          <p:nvPr/>
        </p:nvSpPr>
        <p:spPr>
          <a:xfrm>
            <a:off x="457200" y="1325880"/>
            <a:ext cx="5257800" cy="2743200"/>
          </a:xfrm>
          <a:prstGeom prst="roundRect">
            <a:avLst>
              <a:gd name="adj" fmla="val 2667"/>
            </a:avLst>
          </a:prstGeom>
          <a:solidFill>
            <a:srgbClr val="0F1420"/>
          </a:solidFill>
          <a:ln w="12700">
            <a:solidFill>
              <a:srgbClr val="0F1420"/>
            </a:solidFill>
            <a:prstDash val="solid"/>
          </a:ln>
        </p:spPr>
      </p:sp>
      <p:sp>
        <p:nvSpPr>
          <p:cNvPr id="5" name="Text 3"/>
          <p:cNvSpPr txBox="1"/>
          <p:nvPr/>
        </p:nvSpPr>
        <p:spPr>
          <a:xfrm>
            <a:off x="640080" y="1463040"/>
            <a:ext cx="4892040" cy="246888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MiniCode v0.1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Workspace: ...\Module07-ProjectInstructionsWithAgentsMd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MiniCode. Type 'exit' to quit.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If I wanted to add a Git service, where would it go?</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In MiniCode.Infrastructure ... it references nothing</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internal, so a GitService would depend only on the BCL.</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Expose it behind an interface in its own file, per the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one public type per file rule, and have MiniCode.Tools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take that interface rather than reaching for a process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directly.</a:t>
            </a:r>
            <a:endParaRPr lang="en-US" sz="1000" dirty="0"/>
          </a:p>
        </p:txBody>
      </p:sp>
      <p:sp>
        <p:nvSpPr>
          <p:cNvPr id="6" name="Shape 4"/>
          <p:cNvSpPr/>
          <p:nvPr/>
        </p:nvSpPr>
        <p:spPr>
          <a:xfrm>
            <a:off x="6035040" y="1325880"/>
            <a:ext cx="384048" cy="384048"/>
          </a:xfrm>
          <a:prstGeom prst="ellipse">
            <a:avLst/>
          </a:prstGeom>
          <a:solidFill>
            <a:srgbClr val="16A34A"/>
          </a:solidFill>
          <a:ln w="12700">
            <a:solidFill>
              <a:srgbClr val="16A34A"/>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With AGENTS.md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house rules, cited in the answer</a:t>
            </a:r>
            <a:endParaRPr lang="en-US" sz="1200" dirty="0"/>
          </a:p>
        </p:txBody>
      </p:sp>
      <p:sp>
        <p:nvSpPr>
          <p:cNvPr id="10" name="Shape 7"/>
          <p:cNvSpPr/>
          <p:nvPr/>
        </p:nvSpPr>
        <p:spPr>
          <a:xfrm>
            <a:off x="6035040" y="2423160"/>
            <a:ext cx="384048" cy="384048"/>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Without it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reasonable guess instead</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instructions ride on every request</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8a  </a:t>
            </a:r>
            <a:pPr indent="0" marL="0">
              <a:buNone/>
            </a:pPr>
            <a:r>
              <a:rPr lang="en-US" sz="1250" dirty="0">
                <a:solidFill>
                  <a:srgbClr val="FFFFFF"/>
                </a:solidFill>
                <a:latin typeface="Calibri" pitchFamily="34" charset="0"/>
                <a:ea typeface="Calibri" pitchFamily="34" charset="-122"/>
                <a:cs typeface="Calibri" pitchFamily="34" charset="-120"/>
              </a:rPr>
              <a:t>The composed block is the first thing in the token budget</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Read-only tools are the real guard</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10  </a:t>
            </a:r>
            <a:pPr indent="0" marL="0">
              <a:buNone/>
            </a:pPr>
            <a:r>
              <a:rPr lang="en-US" sz="1250" dirty="0">
                <a:solidFill>
                  <a:srgbClr val="FFFFFF"/>
                </a:solidFill>
                <a:latin typeface="Calibri" pitchFamily="34" charset="0"/>
                <a:ea typeface="Calibri" pitchFamily="34" charset="-122"/>
                <a:cs typeface="Calibri" pitchFamily="34" charset="-120"/>
              </a:rPr>
              <a:t>write_file and edit_file arrive, through the same sandbox</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paragraph cannot grant a capability</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Approval sits in front of every call that changes something</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Conventions shape how code is written</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16b  </a:t>
            </a:r>
            <a:pPr indent="0" marL="0">
              <a:buNone/>
            </a:pPr>
            <a:r>
              <a:rPr lang="en-US" sz="1250" dirty="0">
                <a:solidFill>
                  <a:srgbClr val="FFFFFF"/>
                </a:solidFill>
                <a:latin typeface="Calibri" pitchFamily="34" charset="0"/>
                <a:ea typeface="Calibri" pitchFamily="34" charset="-122"/>
                <a:cs typeface="Calibri" pitchFamily="34" charset="-120"/>
              </a:rPr>
              <a:t>Review deliberately does not get AGENTS.md</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AgentInstructions is the behaviour lever</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19  </a:t>
            </a:r>
            <a:pPr indent="0" marL="0">
              <a:buNone/>
            </a:pPr>
            <a:r>
              <a:rPr lang="en-US" sz="1250" dirty="0">
                <a:solidFill>
                  <a:srgbClr val="FFFFFF"/>
                </a:solidFill>
                <a:latin typeface="Calibri" pitchFamily="34" charset="0"/>
                <a:ea typeface="Calibri" pitchFamily="34" charset="-122"/>
                <a:cs typeface="Calibri" pitchFamily="34" charset="-120"/>
              </a:rPr>
              <a:t>An agent that edits a test is a finding about these instructions</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2 Capstone — Planning Agent (v0.2)</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7 — Project Instructions with AGENTS.md</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 Project Instructions with AGENTS.md</dc:title>
  <dc:subject>PptxGenJS Presentation</dc:subject>
  <dc:creator>MiniCode Course</dc:creator>
  <cp:lastModifiedBy>MiniCode Course</cp:lastModifiedBy>
  <cp:revision>1</cp:revision>
  <dcterms:created xsi:type="dcterms:W3CDTF">2026-10-01T23:15:03Z</dcterms:created>
  <dcterms:modified xsi:type="dcterms:W3CDTF">2026-10-01T23:15:03Z</dcterms:modified>
</cp:coreProperties>
</file>