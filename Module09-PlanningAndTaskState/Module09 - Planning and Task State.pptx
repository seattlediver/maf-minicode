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PHASE 2 FINALE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and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State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MiniCode does anything to a repository, it says what it intends to 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28016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0" y="15087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Inspect CustomerService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66760" y="1965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Identify caching infra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66760" y="2423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[&gt;]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Determine cache lifetime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66760" y="28803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Modify the 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Add tests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66760" y="3886200"/>
            <a:ext cx="292608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366760" y="4069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files have been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475488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4754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you can check before it is kept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Promise You Can Check Before It Is Kept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12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starts working and narrates as it goes gives you no moment to say </a:t>
            </a:r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"no, not like that."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plan moves that moment to the front, where it is cheap.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10996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3375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0" name="Image 1" descr="/home/claude/deck12/icons/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4930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is a separate call with no tools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45920" y="3840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= null and ToolMode = None, so the model physically cannot invoke anything while planning — it can only think and answer. From Module 10, that’s the difference between showing a plan and quietly executing one.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5166360"/>
            <a:ext cx="11109960" cy="960120"/>
          </a:xfrm>
          <a:prstGeom prst="roundRect">
            <a:avLst>
              <a:gd name="adj" fmla="val 5714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files have been modified." A guarantee nobody states is a guarantee nobody trusts.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PLANNING AND TASK STATE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States, and Blocked Is the Interesting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59052" y="1828800"/>
            <a:ext cx="585216" cy="585216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6" name="Image 0" descr="/home/claude/deck12/icons/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196596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347972" y="1828800"/>
            <a:ext cx="585216" cy="585216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2" name="Image 1" descr="/home/claude/deck12/icons/play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19659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[&gt;]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InProgress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step here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7136892" y="1828800"/>
            <a:ext cx="585216" cy="585216"/>
          </a:xfrm>
          <a:prstGeom prst="ellipse">
            <a:avLst/>
          </a:prstGeom>
          <a:solidFill>
            <a:srgbClr val="4ADE80"/>
          </a:solidFill>
          <a:ln/>
        </p:spPr>
      </p:sp>
      <p:pic>
        <p:nvPicPr>
          <p:cNvPr id="18" name="Image 2" descr="/home/claude/deck12/icons/checkdou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19659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1792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6364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915400" y="15544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9925812" y="1828800"/>
            <a:ext cx="585216" cy="58521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4" name="Image 3" descr="/home/claude/deck12/icons/exclam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972" y="196596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[!]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00684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052560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proceed, and says why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" y="475488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a note saying why, and the plan halts there —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continuing to step four as though step three had worked. Current returns the blocked step deliberately: hiding it would make the plan look like it was progressing.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PLANNING AND TASK STATE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Identity Is Not Task 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step’s Id is assigned once and never reused. Renumbering would make the operator’s memory wrong.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DISCOVERY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3FBFB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9164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3FBFB0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6636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2402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pic>
        <p:nvPicPr>
          <p:cNvPr id="20" name="Image 0" descr="/home/claude/deck12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301752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REVISE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296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3FBFB0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69164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3FBFB0"/>
          </a:solidFill>
          <a:ln/>
        </p:spPr>
      </p:sp>
      <p:sp>
        <p:nvSpPr>
          <p:cNvPr id="25" name="Text 22"/>
          <p:cNvSpPr/>
          <p:nvPr/>
        </p:nvSpPr>
        <p:spPr>
          <a:xfrm>
            <a:off x="169164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56032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42900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2900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29768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9768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16636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6636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035040" y="4114800"/>
            <a:ext cx="777240" cy="594360"/>
          </a:xfrm>
          <a:prstGeom prst="roundRect">
            <a:avLst>
              <a:gd name="adj" fmla="val 9231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35040" y="4114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548640" y="51206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512064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2 to 8 is the whole idea.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3–7 were never done and are gone; 1 and 2 were done and keep their numbers. Nothing gets renumbered to look tidy.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PLANNING AND TASK STATE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Immutable, and Forgiving About Prose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12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Change Returns a New Plan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was printed cannot become a different plan afterwards, which is what makes "here is what I am going to do" mean anything.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11480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41148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WithState / Revise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return "this with { ... }"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12/icons/list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928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737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About Steps, Not Prose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29400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wrap lists in explanation. We take the numbered lines and ignore everything else, rather than demanding JSON and failing when a helpful sentence appears above it.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629400" y="411480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6812280" y="41148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^\d+[.)]\s+(?&lt;title&gt;.+)$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PLANNING AND TASK STATE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TaskPlan’s Small, Sufficient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337560" y="146304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337560" y="14630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Planner.CreateAsync(request)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14884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24231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3FBFB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4231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TaskPlan (immutable)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3108960"/>
            <a:ext cx="-306324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42900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WithState(id, state)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one step — returns a new plan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3108960"/>
            <a:ext cx="260604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342900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Revise(remainingTitles)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completed, replace the 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61772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6177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Render() → what the operator sees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425196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IsEmpty, IsComplete are read-only views over the same immutable list — no separate tracking state to fall out of sync.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PLANNING AND TASK STATE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to a Trustworthy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TaskPlan.None, not null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61872" y="19019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plan and an empty plan are the same to every caller.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31152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returns the first incomplete step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31152" y="19019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blocked one — hiding it would fake progress.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2843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WithState rebuilds the list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61872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at seven steps; no caller can mutate a step behind the plan’s 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1152" y="2843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computes the next id from Max + 1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31152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the count — that’s what produces "1, 2, 8, 9."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planning call passes Tools = null AND ToolMode = None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61872" y="460857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and braces: one says nothing to call, the other says don’t try.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NoChangesNotice lives on Planner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31152" y="460857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and the code that keeps it live in the same file.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641848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641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61872" y="55504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caps the plan at seven steps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61872" y="596188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of twenty steps is not a plan; it’s a transcript.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&amp; 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That Survives Discovery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12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Make read-only structural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ReadOnlyChatClient wrapping IChatClient that forces Tools = null and ToolMode = None, so the next parameter added at the call site can’t silently undo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5852160" cy="2423160"/>
          </a:xfrm>
          <a:prstGeom prst="roundRect">
            <a:avLst>
              <a:gd name="adj" fmla="val 377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1" name="Image 1" descr="/home/claude/deck12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0965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005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Let the operator drive the plan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452628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step in progress, done, or blocked with a reason. Module 16 turns this into real CLI commands — the point here is TaskPlan’s API is already enough.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75120" y="1371600"/>
            <a:ext cx="4983480" cy="4800600"/>
          </a:xfrm>
          <a:prstGeom prst="roundRect">
            <a:avLst>
              <a:gd name="adj" fmla="val 1905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0" y="1536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replanned after discovering there is no cache layer --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90372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1. Inspect CustomerService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903720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2. Identify caching infra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903720" y="28712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8. Add IMemoryCache to DI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903720" y="32552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9. Modify the service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903720" y="36393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10. Add tests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90372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11. Build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903720" y="4407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12. Test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903720" y="4882896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3FBFB0"/>
          </a:solidFill>
          <a:ln/>
        </p:spPr>
      </p:sp>
      <p:sp>
        <p:nvSpPr>
          <p:cNvPr id="24" name="Text 20"/>
          <p:cNvSpPr/>
          <p:nvPr/>
        </p:nvSpPr>
        <p:spPr>
          <a:xfrm>
            <a:off x="7040880" y="488289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2 to 8 is the whole idea.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PLANNING AND TASK STATE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2026-09-09T00:37:45Z</dcterms:created>
  <dcterms:modified xsi:type="dcterms:W3CDTF">2026-09-09T00:37:45Z</dcterms:modified>
</cp:coreProperties>
</file>