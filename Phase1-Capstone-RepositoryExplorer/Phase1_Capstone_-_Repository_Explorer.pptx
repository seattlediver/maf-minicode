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Explorer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417320" cy="594360"/>
          </a:xfrm>
          <a:prstGeom prst="roundRect">
            <a:avLst>
              <a:gd name="adj" fmla="val 49231"/>
            </a:avLst>
          </a:prstGeom>
          <a:solidFill>
            <a:srgbClr val="3FBFB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Modules, consolidated. MiniCode can read a .NET repository it has never seen and explain it — and do nothing else.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1280160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8388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83880" y="1847088"/>
            <a:ext cx="292608" cy="29260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0" y="180136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+ session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2286000"/>
            <a:ext cx="292608" cy="29260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95360" y="22402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Five-project layout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2724912"/>
            <a:ext cx="292608" cy="29260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724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95360" y="26791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sandbox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3163824"/>
            <a:ext cx="292608" cy="29260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95360" y="311810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Interception seam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3880" y="3602736"/>
            <a:ext cx="292608" cy="29260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3602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0" y="355701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4041648"/>
            <a:ext cx="292608" cy="292608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4041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0" y="39959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discovery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83880" y="4553712"/>
            <a:ext cx="306324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</p:sp>
      <p:pic>
        <p:nvPicPr>
          <p:cNvPr id="28" name="Image 0" descr="/home/claude/deck9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736592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595360" y="475488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End of Phase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Capstone Consolidates; It Does Not Accumulate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already contained every project.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folder adds one small file, changes two, and spends the rest of its time proving the whole thing works together.</a:t>
            </a:r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a Capstone needs to introduce a concept, something went wrong earlier.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109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/home/claude/deck9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4472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numbers move at Capstones and nowhere else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4592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 step; a Capstone is a state worth naming. v0.1 is Repository Explorer — MiniCode reads and explains, and does nothing else. The number will move four more times, each marking a line the tool crossed.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5217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822960" y="50749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added, two changed, twenty-four carried forward byte-for-byte from Module 6 — that’s the claim a Capstone exists to be able to make.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— REPOSITORY EXPLORER (V0.1)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Tools Is a System, Not a 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16736" y="187452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9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06040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workspace_root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where we are</a:t>
            </a:r>
            <a:endParaRPr lang="en-US" sz="1050" dirty="0"/>
          </a:p>
        </p:txBody>
      </p:sp>
      <p:pic>
        <p:nvPicPr>
          <p:cNvPr id="9" name="Image 1" descr="/home/claude/deck9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2880360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70632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11" name="Shape 7"/>
          <p:cNvSpPr/>
          <p:nvPr/>
        </p:nvSpPr>
        <p:spPr>
          <a:xfrm>
            <a:off x="3538728" y="187452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2" name="Image 2" descr="/home/claude/deck9/icons/file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00253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62072" y="2606040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describe_repository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2907792" y="338328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the solution is</a:t>
            </a:r>
            <a:endParaRPr lang="en-US" sz="1050" dirty="0"/>
          </a:p>
        </p:txBody>
      </p:sp>
      <p:pic>
        <p:nvPicPr>
          <p:cNvPr id="15" name="Image 3" descr="/home/claude/deck9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880360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92624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17" name="Shape 11"/>
          <p:cNvSpPr/>
          <p:nvPr/>
        </p:nvSpPr>
        <p:spPr>
          <a:xfrm>
            <a:off x="5760720" y="187452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8" name="Image 4" descr="/home/claude/deck9/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200253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84064" y="2606040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search_files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129784" y="338328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candidates</a:t>
            </a:r>
            <a:endParaRPr lang="en-US" sz="1050" dirty="0"/>
          </a:p>
        </p:txBody>
      </p:sp>
      <p:pic>
        <p:nvPicPr>
          <p:cNvPr id="21" name="Image 5" descr="/home/claude/deck9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880360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14616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/>
        </p:spPr>
      </p:sp>
      <p:sp>
        <p:nvSpPr>
          <p:cNvPr id="23" name="Shape 15"/>
          <p:cNvSpPr/>
          <p:nvPr/>
        </p:nvSpPr>
        <p:spPr>
          <a:xfrm>
            <a:off x="7982712" y="187452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24" name="Image 6" descr="/home/claude/deck9/icons/listu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0728" y="2002536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06056" y="2606040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list_files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7351776" y="338328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candidates</a:t>
            </a:r>
            <a:endParaRPr lang="en-US" sz="1050" dirty="0"/>
          </a:p>
        </p:txBody>
      </p:sp>
      <p:pic>
        <p:nvPicPr>
          <p:cNvPr id="27" name="Image 7" descr="/home/claude/deck9/icons/arrow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2880360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436608" y="16002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3FBFB0"/>
          </a:solidFill>
          <a:ln/>
        </p:spPr>
      </p:sp>
      <p:sp>
        <p:nvSpPr>
          <p:cNvPr id="29" name="Shape 19"/>
          <p:cNvSpPr/>
          <p:nvPr/>
        </p:nvSpPr>
        <p:spPr>
          <a:xfrm>
            <a:off x="10204704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8" descr="/home/claude/deck9/icons/fi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2720" y="2002536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28048" y="2606040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9573768" y="338328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few that matter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548640" y="470916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34" name="Text 23"/>
          <p:cNvSpPr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tool’s description points at the next —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how the model learns the order without being given a script.</a:t>
            </a:r>
            <a:endParaRPr lang="en-US" sz="1450" dirty="0"/>
          </a:p>
        </p:txBody>
      </p:sp>
      <p:sp>
        <p:nvSpPr>
          <p:cNvPr id="35" name="Text 2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— REPOSITORY EXPLORER (V0.1)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Budget Decision, and a Boundary That Held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9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Before Read Is a Budget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repository into the context window costs tokens the model then has less room to think with. Orient, narrow, read a little.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4709160" cy="1051560"/>
          </a:xfrm>
          <a:prstGeom prst="roundRect">
            <a:avLst>
              <a:gd name="adj" fmla="val 5217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9776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style preference. The instructions name this order explicitly — Module 8 builds the machinery to enforce 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9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928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7373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 Has Quietly Done Four Jobs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629400" y="26060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Gate-keeps reads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Filters listings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Filters discovery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Refuses with a reason a model can act on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629400" y="429768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6812280" y="42976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lines. Unchanged since Module 4.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629400" y="5212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for putting a boundary in before the capability that needs it.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— REPOSITORY EXPLORER (V0.1)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Consolidation Pass Checks the Claims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1463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87171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1719072"/>
            <a:ext cx="548640" cy="548640"/>
          </a:xfrm>
          <a:prstGeom prst="ellipse">
            <a:avLst/>
          </a:prstGeom>
          <a:solidFill>
            <a:srgbClr val="141B49"/>
          </a:solidFill>
          <a:ln/>
        </p:spPr>
      </p:sp>
      <p:pic>
        <p:nvPicPr>
          <p:cNvPr id="6" name="Image 0" descr="/home/claude/deck9/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562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3896" y="17373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refused call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3816" y="2377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model to try something else. It has a reason to act 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0216" y="14630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141B49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6248" y="1719072"/>
            <a:ext cx="548640" cy="54864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1" name="Image 1" descr="/home/claude/deck9/icons/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8562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4616" y="17373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silent truncation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74536" y="2377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it nothing, and it reasons confidently from a partial answer.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3840480"/>
            <a:ext cx="10515600" cy="2194560"/>
          </a:xfrm>
          <a:prstGeom prst="roundRect">
            <a:avLst>
              <a:gd name="adj" fmla="val 4167"/>
            </a:avLst>
          </a:prstGeom>
          <a:solidFill>
            <a:srgbClr val="3FBFB0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41148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9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251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023360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read tools now say when they held something back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572000"/>
            <a:ext cx="9052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they did not, until this Capstone was written and the claim was checked. That is what a consolidation pass is for.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— REPOSITORY EXPLORER (V0.1)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STATED PLAINLY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v0.1 Cannot Do, Deliberately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23644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6" name="Image 0" descr="/home/claude/deck9/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333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087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file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9768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4480560" y="1723644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0" name="Image 1" descr="/home/claude/deck9/icons/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8333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47488" y="15087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command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8229600" y="1723644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4" name="Image 2" descr="/home/claude/deck9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8333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96528" y="15087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25146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2729484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8" name="Image 3" descr="/home/claude/deck9/icons/b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83921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98448" y="25146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297680" y="25146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4480560" y="2729484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2" name="Image 4" descr="/home/claude/deck9/icons/b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83921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47488" y="25146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across a restart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046720" y="251460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5" name="Shape 18"/>
          <p:cNvSpPr/>
          <p:nvPr/>
        </p:nvSpPr>
        <p:spPr>
          <a:xfrm>
            <a:off x="8229600" y="2729484"/>
            <a:ext cx="438912" cy="438912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6" name="Image 5" descr="/home/claude/deck9/icons/b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2839212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796528" y="25146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permission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48640" y="361188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36118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never needs permission for anything it can currently do.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539496" y="47091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3FBFB0"/>
          </a:solidFill>
          <a:ln/>
        </p:spPr>
      </p:sp>
      <p:sp>
        <p:nvSpPr>
          <p:cNvPr id="31" name="Shape 23"/>
          <p:cNvSpPr/>
          <p:nvPr/>
        </p:nvSpPr>
        <p:spPr>
          <a:xfrm>
            <a:off x="795528" y="49651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6" descr="/home/claude/deck9/icons/comm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102352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499616" y="4937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1499616" y="542239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instructions, context management, planning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300216" y="47091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556248" y="4965192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37" name="Image 7" descr="/home/claude/deck9/icons/edi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5102352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260336" y="49377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7260336" y="542239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changes something on your disk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— REPOSITORY EXPLORER (V0.1)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&amp;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Changes, Two Exercises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0200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90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MiniCodeVersion is one constant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8470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Spelled out in three places, a version string disagrees with itself in two.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24328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prints above the workspace 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8712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lines of every session say what is running and where.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648456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 now name the tool order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8953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behaviour shaped by a paragraph — the cheapest lever available.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5628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"Correct the request" targets the refusal path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919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 rejection carries a reason worth reading, not retrying blind.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696712"/>
            <a:ext cx="457200" cy="457200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696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5586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 added, two changed, rest carried forward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a Capstone exists to be able to make.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141732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3FBFB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0" descr="/home/claude/deck9/icons/list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764792"/>
            <a:ext cx="265176" cy="26517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132320" y="16184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the tool count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9224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tools available." sourced from the catalog. Widen ICodingAgent honestly to expose a count.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263640" y="393192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3FBFB0"/>
          </a:solidFill>
          <a:ln/>
        </p:spPr>
      </p:sp>
      <p:sp>
        <p:nvSpPr>
          <p:cNvPr id="35" name="Shape 32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1" descr="/home/claude/deck9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4279392"/>
            <a:ext cx="265176" cy="265176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132320" y="413308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--version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6492240" y="48463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and exits 0, no OPENAI_API_KEY needed, no agent created. Module 18 ships MiniCode globally.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v0.1: Reads, Explains, Touches Nothing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4800600"/>
          </a:xfrm>
          <a:prstGeom prst="roundRect">
            <a:avLst>
              <a:gd name="adj" fmla="val 1905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97864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 v0.1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Workspace: D:\...\Phase1-Capstone...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MiniCode. Type 'exit' to quit.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this solution, and where
would I start reading?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a five-project .NET 10 solution
called MiniCode. MiniCode.Cli is the
entry point and references only
MiniCode.Agent...
Start at src/MiniCode.Cli/Program.cs:17,
which resolves the workspace directory.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1371600"/>
            <a:ext cx="4983480" cy="2240280"/>
          </a:xfrm>
          <a:prstGeom prst="roundRect">
            <a:avLst>
              <a:gd name="adj" fmla="val 4082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90372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Clamps rather than fails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1965960"/>
            <a:ext cx="4480560" cy="146304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9659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  internal static class...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  {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11      public const string...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12 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3794760"/>
            <a:ext cx="4983480" cy="23774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Refuses with a reason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443484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141B49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434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 failed: Path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'../secrets.txt' was refused: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OutsideWorkspace.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03720" y="53492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it could only repeat, replaced by a reason it can act 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CAPSTONE — REPOSITORY EXPLORER (V0.1)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2026-09-08T23:54:59Z</dcterms:created>
  <dcterms:modified xsi:type="dcterms:W3CDTF">2026-09-08T23:54:59Z</dcterms:modified>
</cp:coreProperties>
</file>