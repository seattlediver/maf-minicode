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PHASE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7589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Instructions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AGENTS.md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Module where the agent consumes text somebody else wrote.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38160" y="1280160"/>
            <a:ext cx="3383280" cy="4114800"/>
          </a:xfrm>
          <a:prstGeom prst="roundRect">
            <a:avLst>
              <a:gd name="adj" fmla="val 3243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pic>
        <p:nvPicPr>
          <p:cNvPr id="6" name="Image 0" descr="/home/claude/deck8/icons/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5087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78240" y="15361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AGENTS.md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366760" y="201168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Development Instructions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Platform: .NET 10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 async APIs.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One public type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 file.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Every path goes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through IWorkspace.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366760" y="4434840"/>
            <a:ext cx="2926080" cy="0"/>
          </a:xfrm>
          <a:prstGeom prst="line">
            <a:avLst/>
          </a:prstGeom>
          <a:noFill/>
          <a:ln w="6350">
            <a:solidFill>
              <a:srgbClr val="6B7280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8366760" y="4526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not trusted blindly.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MiniCode Course · Phase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Conventions Live Nowhere in the Code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async APIs. Don’t touch the migrations. Add tests for new behaviour. </a:t>
            </a:r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developer learns these from a README or from review. An agent has no such route.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39496" y="30632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813816" y="3337560"/>
            <a:ext cx="548640" cy="54864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8" name="Image 0" descr="/home/claude/deck8/icons/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347472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99616" y="333756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plain Markdown file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3816" y="397764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repository root. No schema, no parser, no format to get wrong. We read it and hand it to the model.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00216" y="30632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6574536" y="33375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deck8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696" y="34747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0336" y="333756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is the normal case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74536" y="397764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repositories won’t have one. Loading returns null; nothing anywhere treats absence as a failure.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5074920"/>
            <a:ext cx="11109960" cy="1051560"/>
          </a:xfrm>
          <a:prstGeom prst="roundRect">
            <a:avLst>
              <a:gd name="adj" fmla="val 5217"/>
            </a:avLst>
          </a:prstGeom>
          <a:ln w="12700">
            <a:solidFill>
              <a:srgbClr val="3FBFB0"/>
            </a:solidFill>
            <a:prstDash val="dash"/>
          </a:ln>
        </p:spPr>
      </p:sp>
      <p:sp>
        <p:nvSpPr>
          <p:cNvPr id="17" name="Text 13"/>
          <p:cNvSpPr/>
          <p:nvPr/>
        </p:nvSpPr>
        <p:spPr>
          <a:xfrm>
            <a:off x="822960" y="507492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value is entirely in being somewhere the agent reliably looks.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PROJECT INSTRUCTIONS WITH AGENTS.MD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File Is Untrusted Input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written by whoever wrote the repository — which might be one you cloned five minutes ago — and it’s about to be prepended to every request the model sees.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0515600" cy="1371600"/>
          </a:xfrm>
          <a:prstGeom prst="roundRect">
            <a:avLst>
              <a:gd name="adj" fmla="val 6667"/>
            </a:avLst>
          </a:prstGeom>
          <a:solidFill>
            <a:srgbClr val="141B49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240280"/>
            <a:ext cx="594360" cy="594360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7" name="Image 0" descr="/home/claude/deck8/icons/m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3774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1965960"/>
            <a:ext cx="9235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it the way you’d treat any text from outside your program that reaches an interpreter.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3611880"/>
            <a:ext cx="10515600" cy="2468880"/>
          </a:xfrm>
          <a:prstGeom prst="roundRect">
            <a:avLst>
              <a:gd name="adj" fmla="val 3704"/>
            </a:avLst>
          </a:prstGeom>
          <a:solidFill>
            <a:srgbClr val="3FBFB0"/>
          </a:solidFill>
          <a:ln/>
        </p:spPr>
      </p:sp>
      <p:sp>
        <p:nvSpPr>
          <p:cNvPr id="10" name="Shape 7"/>
          <p:cNvSpPr/>
          <p:nvPr/>
        </p:nvSpPr>
        <p:spPr>
          <a:xfrm>
            <a:off x="1097280" y="38862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deck8/icons/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40233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7452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one-sentence rule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097280" y="443484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141B49"/>
          </a:solidFill>
          <a:ln/>
        </p:spPr>
      </p:sp>
      <p:sp>
        <p:nvSpPr>
          <p:cNvPr id="14" name="Text 10"/>
          <p:cNvSpPr/>
          <p:nvPr/>
        </p:nvSpPr>
        <p:spPr>
          <a:xfrm>
            <a:off x="1280160" y="45537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repository wins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280160" y="489204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how this repository’s code should be written: style, architecture, testing conventions.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72200" y="443484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141B49"/>
          </a:solidFill>
          <a:ln/>
        </p:spPr>
      </p:sp>
      <p:sp>
        <p:nvSpPr>
          <p:cNvPr id="17" name="Text 13"/>
          <p:cNvSpPr/>
          <p:nvPr/>
        </p:nvSpPr>
        <p:spPr>
          <a:xfrm>
            <a:off x="6355080" y="45537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MiniCode wins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355080" y="489204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what the agent may do: identity, tool set, the sandbox, what counts as a refusal.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PROJECT INSTRUCTIONS WITH AGENTS.MD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Ordering Is a Hint; It Is Not the Enforcement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1188720"/>
          </a:xfrm>
          <a:prstGeom prst="roundRect">
            <a:avLst>
              <a:gd name="adj" fmla="val 6154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repository’s text is fenced between markers, framed as data, and MiniCode’s floor is placed </a:t>
            </a:r>
            <a:pPr indent="0" marL="0">
              <a:lnSpc>
                <a:spcPts val="2000"/>
              </a:lnSpc>
              <a:buNone/>
            </a:pPr>
            <a:r>
              <a:rPr lang="en-US" sz="14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so it reads last. That helps — but it is not what actually protects the agent.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39496" y="283464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4F6FB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13816" y="303580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HELPS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13816" y="342900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Markers, framing as data, and reading last. A paragraph is less persuasive when it’s labelled as one.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0216" y="283464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6556248" y="3063240"/>
            <a:ext cx="502920" cy="50292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11" name="Image 0" descr="/home/claude/deck8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3182112"/>
            <a:ext cx="265176" cy="2651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168896" y="312724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PROTECTS IT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574536" y="365760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read-only and every path goes through the sandbox. A paragraph cannot grant a capability the tool layer does not have.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5074920"/>
            <a:ext cx="11109960" cy="1051560"/>
          </a:xfrm>
          <a:prstGeom prst="roundRect">
            <a:avLst>
              <a:gd name="adj" fmla="val 5217"/>
            </a:avLst>
          </a:prstGeom>
          <a:ln w="12700">
            <a:solidFill>
              <a:srgbClr val="3FBFB0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822960" y="507492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 says this plainly rather than pretending the markers are a wall.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PROJECT INSTRUCTIONS WITH AGENTS.MD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Rides Along on Every Request — So It’s Capped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6" name="Image 0" descr="/home/claude/deck8/icons/c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8928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373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Lines, and It Says So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AGENTS.md of a thousand lines would quietly consume the context budget on every turn, forever.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3794760"/>
            <a:ext cx="4709160" cy="640080"/>
          </a:xfrm>
          <a:prstGeom prst="roundRect">
            <a:avLst>
              <a:gd name="adj" fmla="val 8571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37947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truncated at 200 lines.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309360" y="141732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662940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deck8/icons/rou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189280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06640" y="173736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Happens in the Sandbox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6629400" y="26060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IsPathAllowed is checked before ResolvePath — belt and braces. This file is too important to load by accident from outside the workspace.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629400" y="4114800"/>
            <a:ext cx="4709160" cy="1737360"/>
          </a:xfrm>
          <a:prstGeom prst="roundRect">
            <a:avLst>
              <a:gd name="adj" fmla="val 3158"/>
            </a:avLst>
          </a:prstGeom>
          <a:solidFill>
            <a:srgbClr val="1E2761"/>
          </a:solidFill>
          <a:ln/>
        </p:spPr>
      </p:sp>
      <p:sp>
        <p:nvSpPr>
          <p:cNvPr id="17" name="Text 13"/>
          <p:cNvSpPr/>
          <p:nvPr/>
        </p:nvSpPr>
        <p:spPr>
          <a:xfrm>
            <a:off x="6812280" y="4114800"/>
            <a:ext cx="4389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(!workspace.IsPathAllowed(FileName))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null;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PROJECT INSTRUCTIONS WITH AGENTS.MD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Core, Repository, Floor — in That Order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80160" y="1508760"/>
            <a:ext cx="96012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554480" y="1709928"/>
            <a:ext cx="512064" cy="512064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6" name="Image 0" descr="/home/claude/deck8/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2496" y="18379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0" y="167335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286000" y="201168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MiniCode is. Not negotiable.</a:t>
            </a:r>
            <a:endParaRPr lang="en-US" sz="1200" dirty="0"/>
          </a:p>
        </p:txBody>
      </p:sp>
      <p:pic>
        <p:nvPicPr>
          <p:cNvPr id="9" name="Image 1" descr="/home/claude/deck8/icons/arrowd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8" y="2468880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280160" y="2743200"/>
            <a:ext cx="9601200" cy="1508760"/>
          </a:xfrm>
          <a:prstGeom prst="roundRect">
            <a:avLst>
              <a:gd name="adj" fmla="val 4848"/>
            </a:avLst>
          </a:prstGeom>
          <a:solidFill>
            <a:srgbClr val="3FBFB0"/>
          </a:solidFill>
          <a:ln/>
        </p:spPr>
      </p:sp>
      <p:sp>
        <p:nvSpPr>
          <p:cNvPr id="11" name="Shape 7"/>
          <p:cNvSpPr/>
          <p:nvPr/>
        </p:nvSpPr>
        <p:spPr>
          <a:xfrm>
            <a:off x="1554480" y="324154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/home/claude/deck8/icons/f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96" y="336956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286000" y="290779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instructions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2286000" y="3310128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Fenced, framed as data, capped at 200 lines</a:t>
            </a:r>
            <a:endParaRPr lang="en-US" sz="1200" dirty="0"/>
          </a:p>
        </p:txBody>
      </p:sp>
      <p:pic>
        <p:nvPicPr>
          <p:cNvPr id="15" name="Image 3" descr="/home/claude/deck8/icons/arrowdow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4297680"/>
            <a:ext cx="237744" cy="2377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1280160" y="4572000"/>
            <a:ext cx="96012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7" name="Shape 11"/>
          <p:cNvSpPr/>
          <p:nvPr/>
        </p:nvSpPr>
        <p:spPr>
          <a:xfrm>
            <a:off x="1554480" y="4773168"/>
            <a:ext cx="512064" cy="512064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18" name="Image 4" descr="/home/claude/deck8/icons/gave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2496" y="4901184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286000" y="473659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Floor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2286000" y="50749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word: identity, sandbox, refusals are not up for negotiation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548640" y="562356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22" name="Text 15"/>
          <p:cNvSpPr/>
          <p:nvPr/>
        </p:nvSpPr>
        <p:spPr>
          <a:xfrm>
            <a:off x="822960" y="57150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Compose(null) returns Core exactly —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Core plus empty scaffolding. No AGENTS.md means byte-for-byte the instructions Phase 1 shipped.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PROJECT INSTRUCTIONS WITH AGENTS.MD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Moves to a Composed Instruction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1243584"/>
          </a:xfrm>
          <a:prstGeom prst="roundRect">
            <a:avLst>
              <a:gd name="adj" fmla="val 5882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81912"/>
            <a:ext cx="402336" cy="402336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819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61872" y="14904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Load() returns string?, not a result type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261872" y="1901952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or absent, and absent is ordinary — nothing richer is needed.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440680" cy="1243584"/>
          </a:xfrm>
          <a:prstGeom prst="roundRect">
            <a:avLst>
              <a:gd name="adj" fmla="val 5882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581912"/>
            <a:ext cx="402336" cy="402336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5819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31152" y="14904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IsPathAllowed checked before ResolvePath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931152" y="1901952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Belt and braces: this file is too important to load by accident.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770632"/>
            <a:ext cx="5440680" cy="1243584"/>
          </a:xfrm>
          <a:prstGeom prst="roundRect">
            <a:avLst>
              <a:gd name="adj" fmla="val 5882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935224"/>
            <a:ext cx="402336" cy="402336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9352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61872" y="284378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Compose(null) returns Core exactly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261872" y="3255264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Core plus empty scaffolding — byte-for-byte what Phase 1 shipped.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2770632"/>
            <a:ext cx="5440680" cy="1243584"/>
          </a:xfrm>
          <a:prstGeom prst="roundRect">
            <a:avLst>
              <a:gd name="adj" fmla="val 5882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935224"/>
            <a:ext cx="402336" cy="402336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9352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31152" y="284378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repository’s text is announced first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931152" y="3255264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Described as data, not commands, and closed with a matching marker.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123944"/>
            <a:ext cx="5440680" cy="1243584"/>
          </a:xfrm>
          <a:prstGeom prst="roundRect">
            <a:avLst>
              <a:gd name="adj" fmla="val 5882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288536"/>
            <a:ext cx="402336" cy="402336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2885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61872" y="419709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Floor comes last, deliberately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261872" y="4608576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matters to a model — the final word should be MiniCode’s.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4123944"/>
            <a:ext cx="5440680" cy="1243584"/>
          </a:xfrm>
          <a:prstGeom prst="roundRect">
            <a:avLst>
              <a:gd name="adj" fmla="val 5882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4288536"/>
            <a:ext cx="402336" cy="402336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42885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31152" y="419709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one-sentence rule is the part to remember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931152" y="4608576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wins on how code is written; MiniCode wins on what the agent may do.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477256"/>
            <a:ext cx="5440680" cy="1243584"/>
          </a:xfrm>
          <a:prstGeom prst="roundRect">
            <a:avLst>
              <a:gd name="adj" fmla="val 5882"/>
            </a:avLst>
          </a:prstGeom>
          <a:solidFill>
            <a:srgbClr val="141B49"/>
          </a:solidFill>
          <a:ln w="9525">
            <a:solidFill>
              <a:srgbClr val="3FBFB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" y="5641848"/>
            <a:ext cx="402336" cy="402336"/>
          </a:xfrm>
          <a:prstGeom prst="ellipse">
            <a:avLst/>
          </a:prstGeom>
          <a:solidFill>
            <a:srgbClr val="3FBFB0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56418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61872" y="555040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and Floor are public const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261872" y="5961888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without a model; Module 8 needs to know this block’s size to count tokens.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 &amp; EXPECTED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Climb to Find It; Show What Loaded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852160" cy="2331720"/>
          </a:xfrm>
          <a:prstGeom prst="roundRect">
            <a:avLst>
              <a:gd name="adj" fmla="val 3922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ck8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71907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276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Climb to find it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194560"/>
            <a:ext cx="5349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up from a directory to the workspace root; use the nearest AGENTS.md. The climb must never reach a parent of the workspace root.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840480"/>
            <a:ext cx="5852160" cy="2331720"/>
          </a:xfrm>
          <a:prstGeom prst="roundRect">
            <a:avLst>
              <a:gd name="adj" fmla="val 3922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rgbClr val="3FBFB0"/>
          </a:solidFill>
          <a:ln/>
        </p:spPr>
      </p:sp>
      <p:pic>
        <p:nvPicPr>
          <p:cNvPr id="11" name="Image 1" descr="/home/claude/deck8/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418795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40965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Show what loaded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22960" y="4663440"/>
            <a:ext cx="5349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"Instructions: AGENTS.md (14 lines)" or "Instructions: none" at startup — a silent typo in the filename is the failure most likely to go unnoticed.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675120" y="1371600"/>
            <a:ext cx="4983480" cy="4800600"/>
          </a:xfrm>
          <a:prstGeom prst="roundRect">
            <a:avLst>
              <a:gd name="adj" fmla="val 1905"/>
            </a:avLst>
          </a:prstGeom>
          <a:solidFill>
            <a:srgbClr val="141B49"/>
          </a:solidFill>
          <a:ln w="12700">
            <a:solidFill>
              <a:srgbClr val="3FBFB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903720" y="1572768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2"/>
          <p:cNvSpPr/>
          <p:nvPr/>
        </p:nvSpPr>
        <p:spPr>
          <a:xfrm>
            <a:off x="7114032" y="157276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3"/>
          <p:cNvSpPr/>
          <p:nvPr/>
        </p:nvSpPr>
        <p:spPr>
          <a:xfrm>
            <a:off x="7324344" y="1572768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4"/>
          <p:cNvSpPr/>
          <p:nvPr/>
        </p:nvSpPr>
        <p:spPr>
          <a:xfrm>
            <a:off x="6903720" y="1783080"/>
            <a:ext cx="45720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I wanted to add a Git service,
where would it go?
</a:t>
            </a:r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MiniCode.Infrastructure — the
conventions here put shell, Git and
external services there, and it
references nothing internal. Expose
it behind an interface in its own
file, per the one-public-type-per-file
rule.
</a:t>
            </a:r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3FBF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PROJECT INSTRUCTIONS WITH AGENTS.MD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2026-09-08T23:48:32Z</dcterms:created>
  <dcterms:modified xsi:type="dcterms:W3CDTF">2026-09-08T23:48:32Z</dcterms:modified>
</cp:coreProperties>
</file>