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7589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Agent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Fundamentals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running piece of MiniCode: a console app that talks to OpenAI through MAF and streams replies as they arrive.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1417320"/>
            <a:ext cx="3383280" cy="3703320"/>
          </a:xfrm>
          <a:prstGeom prst="roundRect">
            <a:avLst>
              <a:gd name="adj" fmla="val 324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16459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77072" y="16459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8787384" y="16459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1965960"/>
            <a:ext cx="29718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'exit' to quit.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DI in two
sentences.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 injection is a
built-in pattern where a
service container supplies
the objects a class needs...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did I just ask?
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asked about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 injection.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Course · Phase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We’re Building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tools, no filesystem access yet. Just a real MAF agent, talking.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" y="237744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1A1A2E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87068" y="2606040"/>
            <a:ext cx="585216" cy="585216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7" name="Image 0" descr="/home/claude/deck2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27340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337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50" dirty="0"/>
          </a:p>
        </p:txBody>
      </p:sp>
      <p:pic>
        <p:nvPicPr>
          <p:cNvPr id="9" name="Image 1" descr="/home/claude/deck2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3099816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11296" y="237744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0268" y="2606040"/>
            <a:ext cx="585216" cy="585216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2" name="Image 2" descr="/home/claude/deck2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284" y="2734056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02736" y="3337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CLI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(console loop)</a:t>
            </a:r>
            <a:endParaRPr lang="en-US" sz="1250" dirty="0"/>
          </a:p>
        </p:txBody>
      </p:sp>
      <p:pic>
        <p:nvPicPr>
          <p:cNvPr id="14" name="Image 3" descr="/home/claude/deck2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3099816"/>
            <a:ext cx="274320" cy="274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54496" y="237744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3FBFB0"/>
          </a:solidFill>
          <a:ln/>
          <a:effectLst>
            <a:outerShdw sx="100000" sy="100000" kx="0" ky="0" algn="bl" rotWithShape="0" blurRad="101600" dist="38100" dir="5400000">
              <a:srgbClr val="1A1A2E">
                <a:alpha val="2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173468" y="26060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4" descr="/home/claude/deck2/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484" y="2734056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45936" y="3337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ChatClientAgent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AgentSession</a:t>
            </a:r>
            <a:endParaRPr lang="en-US" sz="1250" dirty="0"/>
          </a:p>
        </p:txBody>
      </p:sp>
      <p:pic>
        <p:nvPicPr>
          <p:cNvPr id="19" name="Image 5" descr="/home/claude/deck2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4" y="3099816"/>
            <a:ext cx="274320" cy="27432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997696" y="237744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2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9916668" y="2606040"/>
            <a:ext cx="585216" cy="585216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22" name="Image 6" descr="/home/claude/deck2/icons/clou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4684" y="2734056"/>
            <a:ext cx="329184" cy="32918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089136" y="3337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(gpt-4.1-mini)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548640" y="470916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25" name="Text 16"/>
          <p:cNvSpPr/>
          <p:nvPr/>
        </p:nvSpPr>
        <p:spPr>
          <a:xfrm>
            <a:off x="822960" y="48463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idea: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code becomes the CLI layer of the Module 3 solution and ships inside the Phase 1 Capstone — Repository Explorer (v0.1). Everything lives in one file on purpose; Module 3 splits these jobs across real projects.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MICROSOFT AGENT FRAMEWORK FUNDAMENTALS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Objects, One Job Each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MAF’s surface area comes down to these — every later Module wraps one or feeds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16636" y="169164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431036" y="2057400"/>
            <a:ext cx="822960" cy="82296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7" name="Image 0" descr="/home/claude/deck2/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2494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3796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IChatClient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99516" y="3703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behind an abstraction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1276" y="169164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3FBFB0"/>
          </a:solidFill>
          <a:ln/>
        </p:spPr>
      </p:sp>
      <p:sp>
        <p:nvSpPr>
          <p:cNvPr id="12" name="Shape 9"/>
          <p:cNvSpPr/>
          <p:nvPr/>
        </p:nvSpPr>
        <p:spPr>
          <a:xfrm>
            <a:off x="4265676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2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24942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88436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88436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ChatClientAgent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34156" y="3703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plus a role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85916" y="169164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7100316" y="2057400"/>
            <a:ext cx="822960" cy="82296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9" name="Image 2" descr="/home/claude/deck2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224942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3076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23076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AgentSession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368796" y="3703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conversation’s memory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020556" y="1691640"/>
            <a:ext cx="2651760" cy="4114800"/>
          </a:xfrm>
          <a:prstGeom prst="roundRect">
            <a:avLst>
              <a:gd name="adj" fmla="val 3448"/>
            </a:avLst>
          </a:prstGeom>
          <a:solidFill>
            <a:srgbClr val="3FBFB0"/>
          </a:solidFill>
          <a:ln/>
        </p:spPr>
      </p:sp>
      <p:sp>
        <p:nvSpPr>
          <p:cNvPr id="24" name="Shape 19"/>
          <p:cNvSpPr/>
          <p:nvPr/>
        </p:nvSpPr>
        <p:spPr>
          <a:xfrm>
            <a:off x="9934956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deck2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0" y="224942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57716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57716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203436" y="3703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waiting feels broken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MICROSOFT AGENT FRAMEWORK FUNDAMENTALS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· OBJECT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IChatClient — the Model, Behind an Abstraction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5852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boundary. </a:t>
            </a:r>
            <a:endParaRPr lang="en-US" sz="1500" dirty="0"/>
          </a:p>
          <a:p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from Microsoft.Extensions.AI, not from MAF — and it knows nothing about agents.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wraps the OpenAI SDK, and that’s the </a:t>
            </a:r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pPr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place in the whole course that OpenAI is named.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providers later is a one-line change here.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5852160" cy="1280160"/>
          </a:xfrm>
          <a:prstGeom prst="roundRect">
            <a:avLst>
              <a:gd name="adj" fmla="val 4286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5262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 openAiClient = new OpenAIClient(apiKey)
    .GetChatClient(ModelId);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IChatClient chatClient = openAiClient.AsIChatClient();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0" y="1417320"/>
            <a:ext cx="4434840" cy="448056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16459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TO SWAP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43800" y="2148840"/>
            <a:ext cx="3794760" cy="594360"/>
          </a:xfrm>
          <a:prstGeom prst="roundRect">
            <a:avLst>
              <a:gd name="adj" fmla="val 46154"/>
            </a:avLst>
          </a:prstGeom>
          <a:solidFill>
            <a:srgbClr val="3FBFB0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21488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27889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IChatClient wraps this today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43800" y="3108960"/>
            <a:ext cx="3794760" cy="594360"/>
          </a:xfrm>
          <a:prstGeom prst="roundRect">
            <a:avLst>
              <a:gd name="adj" fmla="val 46154"/>
            </a:avLst>
          </a:prstGeom>
          <a:solidFill>
            <a:srgbClr val="141B4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31089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43800" y="4069080"/>
            <a:ext cx="3794760" cy="594360"/>
          </a:xfrm>
          <a:prstGeom prst="roundRect">
            <a:avLst>
              <a:gd name="adj" fmla="val 46154"/>
            </a:avLst>
          </a:prstGeom>
          <a:solidFill>
            <a:srgbClr val="141B4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406908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5029200"/>
            <a:ext cx="3794760" cy="594360"/>
          </a:xfrm>
          <a:prstGeom prst="roundRect">
            <a:avLst>
              <a:gd name="adj" fmla="val 46154"/>
            </a:avLst>
          </a:prstGeom>
          <a:solidFill>
            <a:srgbClr val="141B4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502920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MICROSOFT AGENT FRAMEWORK FUNDAMENTALS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· OBJECTS 2 &amp;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the Model a Role and a Memory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6" name="Image 0" descr="/home/claude/deck2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ChatClientAgent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592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plus a role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6517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IChatClient answers a list of messages. An agent has an identity, standing instructions, and the ability to hold tools.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 adapter that turns model → agent, and the AIAgent MiniCode uses for the rest of the series.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only ever one agent in this course.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5074920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51206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ChatClientAgent(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chatClient, instructions: "...", name: "MiniCode")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4" name="Image 1" descr="/home/claude/deck2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8928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AgentSession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40664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conversation’s memory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29400" y="26517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every turn starts from nothing — the agent can’t answer "what did I just say?"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what makes a conversation rather than a sequence of unrelated questions.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rewrites this history to fit the context window — possible only because we hold the session ourselves.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629400" y="5074920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51206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AgentSession session =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agent.CreateSessionAsync();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MICROSOFT AGENT FRAMEWORK FUNDAMENTALS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· OBJECT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Streaming: Because Waiting Feels Broken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3FBFB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2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470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RunStreamingAsync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267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MINICODE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Yields text as the model produces it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sees progress immediately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Right default for an interactive tool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Yields AgentResponseUpdate fragments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4389120"/>
            <a:ext cx="4709160" cy="1051560"/>
          </a:xfrm>
          <a:prstGeom prst="roundRect">
            <a:avLst>
              <a:gd name="adj" fmla="val 5217"/>
            </a:avLst>
          </a:prstGeom>
          <a:solidFill>
            <a:srgbClr val="141B49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462272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 (var update in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agent.RunStreamingAsync(input, session))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Console.Write(update);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09360" y="15544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1828800"/>
            <a:ext cx="594360" cy="59436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4" name="Image 1" descr="/home/claude/deck2/icons/hour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659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18470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RunAsync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360920" y="2267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EXERCISE ADDS THIS AS !ONCE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629400" y="27432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everything at once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Simpler for scripted / batch use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Still exists, still useful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one AgentResponse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629400" y="4389120"/>
            <a:ext cx="470916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4462272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AgentResponse response =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agent.RunAsync(input, session);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Console.WriteLine(response);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MICROSOFT AGENT FRAMEWORK FUNDAMENTALS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Program.cs, Six Moves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6362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first, and loudly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98424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OPENAI_API_KEY throws immediately — fail at startup, not on the first request.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1618488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56362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lines to reach the model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198424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GetChatClient(ModelId) then AsIChatClient(). Nothing downstream knows the provider.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264408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20954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ChatClientAgent adds the role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63016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+ a name. It also accepts tools — Module 5 gives the agent hands there.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0632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3264408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20954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session, created once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363016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outside the loop. Per-turn creation is the classic "agent forgets everything" bug.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910328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910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85546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await foreach over updates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27608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AgentResponseUpdate is a fragment; passing session threads the turn onto the conversation.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7091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9088" y="4910328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4910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485546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'exit' ends the loop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527608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 stays fixed for the whole series — it never advertises capabilities.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&amp; EXPECTED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Session Is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85216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2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96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Add !once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5349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!once triggers agent.RunAsync instead of streaming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 input still streams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paths share the same AgentSession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!once answer must be remembered by the next streamed turn (and vice versa)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43434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4480560"/>
            <a:ext cx="4892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difference between the two APIs obvious in a way reading about it never does — and shows why streaming is the default for an interactive tool.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1417320"/>
            <a:ext cx="4983480" cy="4754880"/>
          </a:xfrm>
          <a:prstGeom prst="roundRect">
            <a:avLst>
              <a:gd name="adj" fmla="val 192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03720" y="16276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7114032" y="16276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7324344" y="16276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6903720" y="196596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DI in two sentences.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 injection is a built-in
pattern where a service container
supplies the objects a class needs...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did I just ask you about?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asked for a two-sentence
explanation of dependency injection.
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0" y="5440680"/>
            <a:ext cx="4526280" cy="594360"/>
          </a:xfrm>
          <a:prstGeom prst="roundRect">
            <a:avLst>
              <a:gd name="adj" fmla="val 46154"/>
            </a:avLst>
          </a:prstGeom>
          <a:ln w="12700">
            <a:solidFill>
              <a:srgbClr val="3FBFB0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7040880" y="54406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2nd answer proves AgentSession is carrying history.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MICROSOFT AGENT FRAMEWORK FUNDAMENTALS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2026-09-08T22:02:16Z</dcterms:created>
  <dcterms:modified xsi:type="dcterms:W3CDTF">2026-09-08T22:02:16Z</dcterms:modified>
</cp:coreProperties>
</file>