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1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93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60020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solution’s shape before reading any of its code — the last Module of Phase 1.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0" y="128016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describe_repository</a:t>
            </a:r>
            <a:endParaRPr lang="en-US" sz="1100" dirty="0"/>
          </a:p>
        </p:txBody>
      </p:sp>
      <p:pic>
        <p:nvPicPr>
          <p:cNvPr id="7" name="Image 0" descr="/home/claude/deck7/icons/file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98424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41080" y="19659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MiniCode.Cli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56132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net10.0</a:t>
            </a:r>
            <a:endParaRPr lang="en-US" sz="900" dirty="0"/>
          </a:p>
        </p:txBody>
      </p:sp>
      <p:pic>
        <p:nvPicPr>
          <p:cNvPr id="10" name="Image 1" descr="/home/claude/deck7/icons/file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36829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41080" y="23500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MiniCode.Agent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0561320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net10.0</a:t>
            </a:r>
            <a:endParaRPr lang="en-US" sz="900" dirty="0"/>
          </a:p>
        </p:txBody>
      </p:sp>
      <p:pic>
        <p:nvPicPr>
          <p:cNvPr id="13" name="Image 2" descr="/home/claude/deck7/icons/file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75234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41080" y="273405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MiniCode.Tools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10561320" y="27340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net10.0</a:t>
            </a:r>
            <a:endParaRPr lang="en-US" sz="900" dirty="0"/>
          </a:p>
        </p:txBody>
      </p:sp>
      <p:pic>
        <p:nvPicPr>
          <p:cNvPr id="16" name="Image 3" descr="/home/claude/deck7/icons/file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136392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41080" y="311810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MiniCode.Workspace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10561320" y="311810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net10.0</a:t>
            </a:r>
            <a:endParaRPr lang="en-US" sz="900" dirty="0"/>
          </a:p>
        </p:txBody>
      </p:sp>
      <p:pic>
        <p:nvPicPr>
          <p:cNvPr id="19" name="Image 4" descr="/home/claude/deck7/icons/file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52044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41080" y="35021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MiniCode.Infrastructure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10561320" y="3502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net10.0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366760" y="3931920"/>
            <a:ext cx="2926080" cy="0"/>
          </a:xfrm>
          <a:prstGeom prst="line">
            <a:avLst/>
          </a:prstGeom>
          <a:noFill/>
          <a:ln w="63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8366760" y="4069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known before a single line is opened.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MiniCode Course · Phase 1 · Finale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First, Model Second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7/icons/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1732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starts by listing files is starting badly. </a:t>
            </a:r>
            <a:r>
              <a:rPr lang="en-US" sz="14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list_files on an unfamiliar repository returns a wall of paths — the model guesses what’s interesting by reading, which is expensive.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39496" y="2971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13816" y="3246120"/>
            <a:ext cx="548640" cy="548640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ck7/icons/file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3832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99616" y="324612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.csproj answers directly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813816" y="38862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target frameworks, dependencies, NuGet packages — one file read each, no guessing.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300216" y="2971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574536" y="3246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eck7/icons/light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33832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60336" y="324612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map somebody already drew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6574536" y="38862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"describe this architecture" is right there in the project files, and none of it requires a model.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5166360"/>
            <a:ext cx="11109960" cy="960120"/>
          </a:xfrm>
          <a:prstGeom prst="roundRect">
            <a:avLst>
              <a:gd name="adj" fmla="val 5714"/>
            </a:avLst>
          </a:prstGeom>
          <a:ln w="12700">
            <a:solidFill>
              <a:srgbClr val="3FBF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822960" y="516636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everything you can in C#, and spend the model on the part that genuinely needs judgement. Parsing XML is not judgement.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REPOSITORY DISCOVERY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Read XML; We Do Not Evaluate MSBuild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build resolves imports, conditions, and $(Property) expansion. We do none of that — and the lesson names it rather than letting a viewer discover it later.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2057400"/>
            <a:ext cx="9418320" cy="1005840"/>
          </a:xfrm>
          <a:prstGeom prst="roundRect">
            <a:avLst>
              <a:gd name="adj" fmla="val 7273"/>
            </a:avLst>
          </a:prstGeom>
          <a:solidFill>
            <a:srgbClr val="141B49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2057400"/>
            <a:ext cx="8869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&lt;LangVersion&gt;</a:t>
            </a: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$(LangVersion)</a:t>
            </a: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&lt;/LangVersion&gt;</a:t>
            </a:r>
            <a:r>
              <a:rPr lang="en-US" sz="1300" i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reported exactly as written, not resolved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3291840"/>
            <a:ext cx="9418320" cy="822960"/>
          </a:xfrm>
          <a:prstGeom prst="roundRect">
            <a:avLst>
              <a:gd name="adj" fmla="val 38889"/>
            </a:avLst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45920" y="329184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"Close enough to navigate by </a:t>
            </a:r>
            <a:r>
              <a:rPr lang="en-US" sz="1500" b="1" i="1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"beats“ correct </a:t>
            </a:r>
            <a:r>
              <a:rPr lang="en-US" sz="1500" b="1" i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requires the build engine."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10515600" cy="1645920"/>
          </a:xfrm>
          <a:prstGeom prst="roundRect">
            <a:avLst>
              <a:gd name="adj" fmla="val 5556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7280" y="4709160"/>
            <a:ext cx="548640" cy="548640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deck7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84632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8308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 does the filtering, again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83080" y="5074920"/>
            <a:ext cx="9281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inspector enumerates .csproj files through IsPathAllowed, so anything under bin, obj or .git never appears. Module 4’s boundary now does three jobs: gatekeeper for reads, filter for listings, filter for discovery.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REPOSITORY DISCOVERY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Recognized, Not Parsed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7/icons/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8928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373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Test Project Is Worth Calling Out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which projects are tests changes what the agent does with them — it matters from Module 13 onward, where MiniCode runs tests and reads results.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signal is enough: a recognised test package in the references.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4754880"/>
            <a:ext cx="4709160" cy="1188720"/>
          </a:xfrm>
          <a:prstGeom prst="roundRect">
            <a:avLst>
              <a:gd name="adj" fmla="val 4615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51560" y="475488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xunit · nunit · mstest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microsoft.net.test.sdk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ck7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18928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17373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Notable Files Are Recognized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629400" y="26060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presence tells the model something — central package management is in play, or there’s a README worth reading. Opening them is read_file’s job; the model decides.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629400" y="3977640"/>
            <a:ext cx="470916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812280" y="39776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global.json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629400" y="4434840"/>
            <a:ext cx="470916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812280" y="44348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Directory.Build.props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629400" y="4892040"/>
            <a:ext cx="470916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812280" y="48920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Directory.Packages.props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629400" y="5349240"/>
            <a:ext cx="470916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812280" y="53492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629400" y="5806440"/>
            <a:ext cx="470916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812280" y="58064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appsettings.json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REPOSITORY DISCOVERY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.csproj Files to a Paragraph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46120" y="150876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29000" y="1682496"/>
            <a:ext cx="429768" cy="429768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7/icons/file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180136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23360" y="15819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.csproj files on disk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023360" y="192938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via IsPathAllowed</a:t>
            </a:r>
            <a:endParaRPr lang="en-US" sz="1050" dirty="0"/>
          </a:p>
        </p:txBody>
      </p:sp>
      <p:pic>
        <p:nvPicPr>
          <p:cNvPr id="9" name="Image 1" descr="/home/claude/deck7/icons/arrow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30428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46120" y="260604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429000" y="2779776"/>
            <a:ext cx="429768" cy="429768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deck7/icons/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289864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23360" y="26791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RepositoryInspector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023360" y="302666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XML → ProjectInfo records</a:t>
            </a:r>
            <a:endParaRPr lang="en-US" sz="1050" dirty="0"/>
          </a:p>
        </p:txBody>
      </p:sp>
      <p:pic>
        <p:nvPicPr>
          <p:cNvPr id="15" name="Image 3" descr="/home/claude/deck7/icons/arrow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3401568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246120" y="370332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3429000" y="3877056"/>
            <a:ext cx="429768" cy="4297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/home/claude/deck7/icons/proj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3995928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023360" y="37764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RepositoryTools.DescribeRepository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4023360" y="412394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records into a paragraph</a:t>
            </a:r>
            <a:endParaRPr lang="en-US" sz="1050" dirty="0"/>
          </a:p>
        </p:txBody>
      </p:sp>
      <p:pic>
        <p:nvPicPr>
          <p:cNvPr id="21" name="Image 5" descr="/home/claude/deck7/icons/arrow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4498848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3246120" y="480060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3429000" y="4974336"/>
            <a:ext cx="429768" cy="429768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/home/claude/deck7/icons/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872" y="5093208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023360" y="48737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4023360" y="522122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shape, then opens files with purpose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548640" y="56235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9"/>
          <p:cNvSpPr/>
          <p:nvPr/>
        </p:nvSpPr>
        <p:spPr>
          <a:xfrm>
            <a:off x="822960" y="57150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Module 3’s dependency diagram back against this output: </a:t>
            </a: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drawn three Modules ago is now something MiniCode states on its own, from the files.</a:t>
            </a:r>
            <a:endParaRPr lang="en-US" sz="1250" dirty="0"/>
          </a:p>
        </p:txBody>
      </p:sp>
      <p:sp>
        <p:nvSpPr>
          <p:cNvPr id="29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REPOSITORY DISCOVERY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Moves to a Shape MiniCode Can State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81912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81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4904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ProjectInfo is five fields, one derived property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61872" y="190195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builder, no options, no result wrapper — a project’s shape is genuinely just this.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581912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581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31152" y="14904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IsTestProject lives on the record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31152" y="190195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 question about the data, not about the file, so the record answers it.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770632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2935224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935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28437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 reads like its own sentence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61872" y="32552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Enumerate, make relative, filter through the sandbox, sort, parse.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770632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0" y="2935224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2935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31152" y="28437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LocalName, not Name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31152" y="32552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.csproj carries an MSBuild namespace; newer SDK-style doesn’t. LocalName handles both.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123944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4288536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42885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61872" y="41970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TargetFrameworks split and de-duplicated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261872" y="4608576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multi-targeted project reports "net10.0, net8.0"; the caller never learns which property was used.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4123944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00800" y="4288536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42885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31152" y="41970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ProjectReference reduced to a name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31152" y="4608576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wants "MiniCode.Workspace," not "..\MiniCode.Workspace\MiniCode.Workspace.csproj."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477256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31520" y="5641848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5641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61872" y="55504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description says "call this first"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261872" y="5961888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changes the model’s opening move from listing to orienting.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Exercises, Same File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9496" y="146304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5528" y="17190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7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562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9616" y="17373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Support legacy .sln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3816" y="242316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Project("{GUID}") = "Name", "path\to\Name.csproj", "{GUID}" lines. Report projects in the solution separately from stray ones that are not.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13816" y="356616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project on disk but absent from the .sln is reported as such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Solution folders (different type GUID, no .csproj) are skipped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.sln → behaves exactly as it does now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0216" y="146304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56248" y="1719072"/>
            <a:ext cx="548640" cy="548640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ck7/icons/level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18562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0336" y="17373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Honour Directory.Build.props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74536" y="242316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with no TargetFramework may inherit one; central package management moves versions out of the .csproj. Find the nearest such file at or above each project and merge.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574536" y="3749040"/>
            <a:ext cx="4800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own TargetFramework → reports the inherited value, marked as inherited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Version on a PackageReference → picks it up from Directory.Packages.props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Neither file present → behaves exactly as it does now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REPOSITORY DISCOVERY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MiniCode Describes Itself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852160" cy="4800600"/>
          </a:xfrm>
          <a:prstGeom prst="roundRect">
            <a:avLst>
              <a:gd name="adj" fmla="val 1905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describe_repository → Module06-RepositoryDiscovery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5394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Solutions: MiniCode.slnx
</a:t>
            </a: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MiniCode.Cli    </a:t>
            </a: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refs Agent
</a:t>
            </a: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MiniCode.Agent  </a:t>
            </a: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refs Infra, Tools, Workspace
</a:t>
            </a: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MiniCode.Tools  </a:t>
            </a: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refs Infra, Workspace
</a:t>
            </a: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MiniCode.Workspace   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refs none
</a:t>
            </a: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MiniCode.Infrastructure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refs none
Notable files: none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470916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matches Module 3’s dependency diagram exactly — stated by MiniCode, from the files, without being told.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1371600"/>
            <a:ext cx="4983480" cy="4800600"/>
          </a:xfrm>
          <a:prstGeom prst="roundRect">
            <a:avLst>
              <a:gd name="adj" fmla="val 190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49440" y="16002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deck7/icons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69164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52360" y="162763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Conversation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949440" y="2194560"/>
            <a:ext cx="4434840" cy="3794760"/>
          </a:xfrm>
          <a:prstGeom prst="roundRect">
            <a:avLst>
              <a:gd name="adj" fmla="val 144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0" y="233172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 the architecture of this
solution.
</a:t>
            </a: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CustomerPortal is a three-project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.NET 10 solution. CustomerPortal.Web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the entry point and references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and Data; Core holds the domain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and references nothing; Data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 Core and brings in EF Core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SQL Server. CustomerPortal.Tests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a test project covering Core.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REPOSITORY DISCOVERY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1027</Words>
  <Application>Microsoft Office PowerPoint</Application>
  <PresentationFormat>Widescreen</PresentationFormat>
  <Paragraphs>126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Bob Tryon</cp:lastModifiedBy>
  <cp:revision>2</cp:revision>
  <dcterms:created xsi:type="dcterms:W3CDTF">2026-09-08T23:44:13Z</dcterms:created>
  <dcterms:modified xsi:type="dcterms:W3CDTF">2026-09-08T23:48:18Z</dcterms:modified>
</cp:coreProperties>
</file>