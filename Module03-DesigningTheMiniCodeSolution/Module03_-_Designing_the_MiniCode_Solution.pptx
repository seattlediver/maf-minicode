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7589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one file into five projects — and fixing the direction dependencies are allowed to 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417320"/>
            <a:ext cx="3383280" cy="3703320"/>
          </a:xfrm>
          <a:prstGeom prst="roundRect">
            <a:avLst>
              <a:gd name="adj" fmla="val 324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1627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MiniCode.slnx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66760" y="210312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6350">
            <a:solidFill>
              <a:srgbClr val="3FBF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MiniCode.Cli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366760" y="2724912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6350">
            <a:solidFill>
              <a:srgbClr val="3FBF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MiniCode.Agent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66760" y="3346704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6350">
            <a:solidFill>
              <a:srgbClr val="3FB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33467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MiniCode.Tools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66760" y="3968496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6350">
            <a:solidFill>
              <a:srgbClr val="3FBF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39684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MiniCode.Workspace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66760" y="4590288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6350">
            <a:solidFill>
              <a:srgbClr val="3FB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45902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MiniCode.Infrastructure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Phase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Solution Shape Is a Safety Mechanism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agent edits files and runs commands on your machine because a language model asked it to. 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blast radius of a bug is your repository.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safety claim MiniCode makes later is only true if exactly one code path can do the dangerous thing: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9496" y="33375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2007108" y="3538728"/>
            <a:ext cx="585216" cy="585216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9" name="Image 0" descr="/home/claude/deck3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268" y="367588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" y="4251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escape the workspace.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33375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5801868" y="3538728"/>
            <a:ext cx="585216" cy="585216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3" name="Image 1" descr="/home/claude/deck3/icons/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367588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7136" y="4251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run an arbitrary command.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29016" y="33375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9596628" y="3538728"/>
            <a:ext cx="585216" cy="585216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7" name="Image 2" descr="/home/claude/deck3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788" y="367588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4251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passes one gate.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66360"/>
            <a:ext cx="11109960" cy="868680"/>
          </a:xfrm>
          <a:prstGeom prst="roundRect">
            <a:avLst>
              <a:gd name="adj" fmla="val 6316"/>
            </a:avLst>
          </a:prstGeom>
          <a:ln w="12700">
            <a:solidFill>
              <a:srgbClr val="3FBFB0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822960" y="51663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Layering is how you get "exactly one code path." It is a safety mechanism, not decoration.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DESIGNING THE MINICODE SOLUTION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Projects, Fixed for the Series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1828800"/>
            <a:ext cx="585216" cy="585216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6" name="Image 0" descr="/home/claude/deck3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9659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MiniCode.Cli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interface and user interaction.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525780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52578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— Module 2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88920" y="155448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3557016" y="1828800"/>
            <a:ext cx="585216" cy="585216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3" name="Image 1" descr="/home/claude/deck3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96596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256032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MiniCode.Agent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26080" y="324612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configuration and coding-agent execution.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926080" y="525780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/>
        </p:spPr>
      </p:sp>
      <p:sp>
        <p:nvSpPr>
          <p:cNvPr id="17" name="Text 13"/>
          <p:cNvSpPr/>
          <p:nvPr/>
        </p:nvSpPr>
        <p:spPr>
          <a:xfrm>
            <a:off x="2926080" y="52578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— Module 2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029200" y="155448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4F6F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5797296" y="1828800"/>
            <a:ext cx="585216" cy="585216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0" name="Image 2" descr="/home/claude/deck3/icons/tool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65960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8928" y="256032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MiniCode.Tools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166360" y="324612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exposed to the model.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166360" y="525780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66360" y="52578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— Module 5a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269480" y="155448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4F6F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8037576" y="1828800"/>
            <a:ext cx="585216" cy="585216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7" name="Image 3" descr="/home/claude/deck3/icons/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965960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79208" y="256032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MiniCode.Workspace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406640" y="324612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boundaries and filesystem access.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406640" y="525780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406640" y="52578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— Module 4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9509760" y="155448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4F6F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33" name="Shape 27"/>
          <p:cNvSpPr/>
          <p:nvPr/>
        </p:nvSpPr>
        <p:spPr>
          <a:xfrm>
            <a:off x="10277856" y="1828800"/>
            <a:ext cx="585216" cy="585216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34" name="Image 4" descr="/home/claude/deck3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16" y="1965960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19488" y="256032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9646920" y="324612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execution, Git, configuration, external services.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9646920" y="525780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646920" y="52578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— Module 11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548640" y="589788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are empty today, and that’s correct — creating them now makes the dependency graph real before there’s anything to argue about.</a:t>
            </a:r>
            <a:endParaRPr lang="en-US" sz="1250" dirty="0"/>
          </a:p>
        </p:txBody>
      </p:sp>
      <p:sp>
        <p:nvSpPr>
          <p:cNvPr id="40" name="Text 3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DESIGNING THE MINICODE SOLUTION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Dependency Graph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points downward. None ever points back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16002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MiniCode.Cli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— no AI packages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237744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45920" y="26974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3FBFB0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configuration + execution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3081528"/>
            <a:ext cx="32918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98080" y="26974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3154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exposed to the model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3474720"/>
            <a:ext cx="0" cy="594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96528" y="3474720"/>
            <a:ext cx="0" cy="548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554480" y="4617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MiniCode.Workspace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repository boundary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0" y="461772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MiniCode.Infrastructure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5074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shell, Git, config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0" y="3474720"/>
            <a:ext cx="-3657600" cy="11430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562356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6875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references only Agent. Agent references Tools, Workspace, Infrastructure. Tools references the two leaves. The leaves reference nothing internal. Nothing depends back on Cli or Agent.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DESIGNING THE MINICODE SOLUTION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Boundaries Hold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6" name="Image 0" descr="/home/claude/deck3/icons/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leaves must stay leaves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decides whether a path is inside the repository. Infrastructure decides whether a process starts.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either could reach back up into Tools or Agent, "can the agent write to C:\Windows?" would mean reading the whole solution.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they’re leaves, one small class with no dependencies answers that question.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3/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8928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CLI sees only the agent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Microsoft.Agents.AI, no OpenAI SDK. It can’t see a ChatClientAgent, so it can’t accidentally configure one.</a:t>
            </a:r>
            <a:endParaRPr lang="en-US" sz="13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ICodingAgent is expressed in string and IAsyncEnumerable&lt;string&gt; only — no framework type crosses the line.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16’s slash commands can’t reach the model, and model work can’t reach the console.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DESIGNING THE MINICODE SOLUTION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Is Gradual, Not Dramatic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stops a true cycle outright — C# project references cannot form one. So the cycle never appears as a cycle.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141B49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7" name="Image 0" descr="/home/claude/deck3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77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appears as a workaround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Someone merges two projects together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 hoists a type into a shared "Common" project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That "Common" project slowly accumulates everything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3FBFB0"/>
          </a:solidFill>
          <a:ln/>
        </p:spPr>
      </p:sp>
      <p:sp>
        <p:nvSpPr>
          <p:cNvPr id="11" name="Shape 8"/>
          <p:cNvSpPr/>
          <p:nvPr/>
        </p:nvSpPr>
        <p:spPr>
          <a:xfrm>
            <a:off x="6629400" y="22402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deck3/icons/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774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erase the boundary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9400" y="30175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erase the boundary while leaving the folder names intact — which is worse than an honest cycle, because the diagram still looks right.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DESIGNING THE MINICODE SOLUTION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From File to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ICodingAgent is the whole boundary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57800" y="1554480"/>
            <a:ext cx="6172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method: string in, IAsyncEnumerable&lt;string&gt; out. No MAF type can cross into the CLI.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334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5420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CodingAgent holds the session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2542032"/>
            <a:ext cx="6172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Relocated from Main onto the class that uses it — why Module 8 can rewrite history later.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6210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210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52958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constructor is internal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3529584"/>
            <a:ext cx="6172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get a CodingAgent is through the factory. No half-configured instances.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60857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51713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CodingAgentFactory is the composition root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4517136"/>
            <a:ext cx="6172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place that mentions OpenAI or reads an environment variable. Module 5a wires tools in here.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13248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5961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96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55046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shrank to plumbing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5504688"/>
            <a:ext cx="6172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an agent, run the loop, translate a missing key into a message and exit code 1.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DESIGNING THE MINICODE SOLUTION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&amp; EXPECTED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the Chat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3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96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ConsoleChatLoop.cs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5349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Takes only an ICodingAgent in its constructor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Prints the banner, then prompts → reads → streams → blank line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Empty input or "exit" (case-insensitive) ends the loop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Accepts a CancellationToken and stops on cancellation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Compiles with NO "using Microsoft.Agents.AI;"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84632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95604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that using statement, something leaked through ICodingAgent and the boundary is broken.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1417320"/>
            <a:ext cx="498348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03720" y="16276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7114032" y="16276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7324344" y="16276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182880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 Type 'exit' to quit.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vs class in C#?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record is a reference type with
value-based equality and concise
positional syntax; a class has
reference equality unless you
write your own.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(with key unset)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 is not set.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it before running MiniCode.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DESIGNING THE MINICODE SOLUTION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2026-09-08T22:42:57Z</dcterms:created>
  <dcterms:modified xsi:type="dcterms:W3CDTF">2026-09-08T22:42:57Z</dcterms:modified>
</cp:coreProperties>
</file>