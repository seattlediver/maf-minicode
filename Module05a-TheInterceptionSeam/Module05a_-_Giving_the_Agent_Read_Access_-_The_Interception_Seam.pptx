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1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738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the Agent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Access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INTERCEPTION SEAM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tool — and the one chokepoint every future tool call will pass through.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0" y="128016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183880" y="150876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21040" y="1618488"/>
            <a:ext cx="420624" cy="420624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deck5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71907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51392" y="1508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100" dirty="0"/>
          </a:p>
        </p:txBody>
      </p:sp>
      <p:pic>
        <p:nvPicPr>
          <p:cNvPr id="11" name="Image 1" descr="/home/claude/deck5/icons/arrowdow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139696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183880" y="228600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321040" y="2395728"/>
            <a:ext cx="420624" cy="420624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ck5/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4963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51392" y="22860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InterceptedFunction</a:t>
            </a:r>
            <a:endParaRPr lang="en-US" sz="1100" dirty="0"/>
          </a:p>
        </p:txBody>
      </p:sp>
      <p:pic>
        <p:nvPicPr>
          <p:cNvPr id="16" name="Image 3" descr="/home/claude/deck5/icons/arrowdow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2916936"/>
            <a:ext cx="219456" cy="21945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83880" y="306324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8321040" y="3172968"/>
            <a:ext cx="420624" cy="420624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/home/claude/deck5/icons/g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3273552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851392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IToolInvoker</a:t>
            </a:r>
            <a:endParaRPr lang="en-US" sz="1100" dirty="0"/>
          </a:p>
        </p:txBody>
      </p:sp>
      <p:pic>
        <p:nvPicPr>
          <p:cNvPr id="21" name="Image 5" descr="/home/claude/deck5/icons/arrowdown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3694176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183880" y="384048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8321040" y="395020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/home/claude/deck5/icons/wr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1624" y="4050792"/>
            <a:ext cx="219456" cy="2194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851392" y="384048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DirectToolInvoker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MiniCode Course · Phase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Tool Is a C# Method the Model May Call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5/icons/wr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288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37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AIFunctionFactory.Create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an ordinary method. It reads the parameters and the description you supply to produce the JSON schema the model sees.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is not documentation — </a:t>
            </a:r>
            <a:r>
              <a:rPr lang="en-US" sz="14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the model’s only instruction on when and how to call the thing. A vague one produces a tool the model misuses.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29400" y="1691640"/>
            <a:ext cx="594360" cy="594360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ck5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8288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373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Never Calls Your Code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24688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emits a request to call a named function.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matches the name, binds the arguments, invokes the function, and feeds the return value back as a result the model reasons about.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 — GIVING THE AGENT READ ACCESS: THE INTERCEPTION SEAM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Modules From Now, Every Call Gets Intercepted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9496" y="14630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13816" y="1737360"/>
            <a:ext cx="594360" cy="594360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5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836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45336" y="17373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545336" y="19933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3816" y="25603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a person in front of dangerous operations before they run.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0216" y="14630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74536" y="1737360"/>
            <a:ext cx="594360" cy="594360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ck5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88366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06056" y="173736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306056" y="19933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74536" y="25603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what happened on every tool call, for every tool.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342900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need to sit between "the model asked" and "the code ran" — for every tool, including ones not written yet.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40233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22960" y="4279392"/>
            <a:ext cx="502920" cy="50292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deck5/icons/b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89120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402336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approach fails silently: </a:t>
            </a: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each tool asks for approval itself, approval is only as good as the least careful tool author — and logging means editing every file again.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48640" y="5257800"/>
            <a:ext cx="11109960" cy="914400"/>
          </a:xfrm>
          <a:prstGeom prst="roundRect">
            <a:avLst>
              <a:gd name="adj" fmla="val 8000"/>
            </a:avLst>
          </a:prstGeom>
          <a:ln w="12700">
            <a:solidFill>
              <a:srgbClr val="3FBF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822960" y="52578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 — one chokepoint — is worth arranging before there are tools to retrofit.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 — GIVING THE AGENT READ ACCESS: THE INTERCEPTION SEAM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MAF Doesn’t Call Us — It Calls the Function Object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placed anywhere else is a gate the framework routes around. The interception must live in the function object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10515600" cy="3017520"/>
          </a:xfrm>
          <a:prstGeom prst="roundRect">
            <a:avLst>
              <a:gd name="adj" fmla="val 3636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DelegatingAIFunction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6517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50" dirty="0"/>
          </a:p>
        </p:txBody>
      </p:sp>
      <p:pic>
        <p:nvPicPr>
          <p:cNvPr id="9" name="Image 0" descr="/home/claude/deck5/icons/arrowrigh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77063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434840" y="26517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from inner function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097280" y="324612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9728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150" dirty="0"/>
          </a:p>
        </p:txBody>
      </p:sp>
      <p:pic>
        <p:nvPicPr>
          <p:cNvPr id="13" name="Image 1" descr="/home/claude/deck5/icons/arrowrigh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36499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4840" y="324612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from inner function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097280" y="384048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1097280" y="3840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Schema</a:t>
            </a:r>
            <a:endParaRPr lang="en-US" sz="1150" dirty="0"/>
          </a:p>
        </p:txBody>
      </p:sp>
      <p:pic>
        <p:nvPicPr>
          <p:cNvPr id="17" name="Image 2" descr="/home/claude/deck5/icons/arrowrigh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95935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34840" y="384048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from inner function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1097280" y="443484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1097280" y="4434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InvokeCoreAsync</a:t>
            </a:r>
            <a:endParaRPr lang="en-US" sz="1150" dirty="0"/>
          </a:p>
        </p:txBody>
      </p:sp>
      <p:pic>
        <p:nvPicPr>
          <p:cNvPr id="21" name="Image 3" descr="/home/claude/deck5/icons/arrowrigh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537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434840" y="443484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to override — the whole mechanism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512064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an identical tool. Wrap every tool as it’s created, and there is no path that yields an unwrapped one.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 — GIVING THE AGENT READ ACCESS: THE INTERCEPTION SEAM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Seam’s Contract: an Interceptor Never Throws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28016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return value goes into the model’s context. </a:t>
            </a:r>
            <a:r>
              <a:rPr lang="en-US" sz="14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framework’s defaults, an escaping exception reaches the model as the bare string "Error: Function failed." — and a few in a row end the run.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39496" y="292608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95528" y="3182112"/>
            <a:ext cx="548640" cy="54864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ck5/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3192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53896" y="32004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thrown exception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3816" y="384048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loses its turn and learns nothing. Repeated failures end the run entirely.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0216" y="292608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556248" y="31821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ck5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33192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14616" y="32004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refusal sentence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74536" y="384048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refusal has to be text the model can act on — not an exception it never sees.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5440680"/>
            <a:ext cx="11109960" cy="777240"/>
          </a:xfrm>
          <a:prstGeom prst="roundRect">
            <a:avLst>
              <a:gd name="adj" fmla="val 7059"/>
            </a:avLst>
          </a:prstGeom>
          <a:ln w="1270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22960" y="54406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exception: cancellation. </a:t>
            </a:r>
            <a:r>
              <a:rPr lang="en-US" sz="1350" i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abandoned run is not a tool failure, so that propagates.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 — GIVING THE AGENT READ ACCESS: THE INTERCEPTION SEAM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Link Today, More Later — Nothing Else Changes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36776"/>
            <a:ext cx="429768" cy="429768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5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75564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5361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18836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a call to workspace_root</a:t>
            </a:r>
            <a:endParaRPr lang="en-US" sz="1050" dirty="0"/>
          </a:p>
        </p:txBody>
      </p:sp>
      <p:pic>
        <p:nvPicPr>
          <p:cNvPr id="9" name="Image 1" descr="/home/claude/deck5/icons/arrow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225856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256032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48640" y="2734056"/>
            <a:ext cx="429768" cy="4297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deck5/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285292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6334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InterceptedFunction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097280" y="29809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name/description/schema</a:t>
            </a:r>
            <a:endParaRPr lang="en-US" sz="1050" dirty="0"/>
          </a:p>
        </p:txBody>
      </p:sp>
      <p:pic>
        <p:nvPicPr>
          <p:cNvPr id="15" name="Image 3" descr="/home/claude/deck5/icons/arrow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3355848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65760" y="36576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548640" y="3831336"/>
            <a:ext cx="429768" cy="429768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/home/claude/deck5/icons/g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3950208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3730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IToolInvoker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097280" y="40782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 — the only chokepoint</a:t>
            </a:r>
            <a:endParaRPr lang="en-US" sz="1050" dirty="0"/>
          </a:p>
        </p:txBody>
      </p:sp>
      <p:pic>
        <p:nvPicPr>
          <p:cNvPr id="21" name="Image 5" descr="/home/claude/deck5/icons/arrow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4453128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365760" y="475488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548640" y="4928616"/>
            <a:ext cx="429768" cy="4297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/home/claude/deck5/icons/wr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047488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97280" y="48280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DirectToolInvoker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1097280" y="51755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tool; never throws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6675120" y="1463040"/>
            <a:ext cx="493776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9"/>
          <p:cNvSpPr/>
          <p:nvPr/>
        </p:nvSpPr>
        <p:spPr>
          <a:xfrm>
            <a:off x="6949440" y="16459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 PREVIEW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6949440" y="2011680"/>
            <a:ext cx="4389120" cy="3566160"/>
          </a:xfrm>
          <a:prstGeom prst="roundRect">
            <a:avLst>
              <a:gd name="adj" fmla="val 1538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1"/>
          <p:cNvSpPr/>
          <p:nvPr/>
        </p:nvSpPr>
        <p:spPr>
          <a:xfrm>
            <a:off x="7178040" y="219456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ApprovalToolInvoker(
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DirectToolInvoker(),
    ...)
</a:t>
            </a:r>
            <a:r>
              <a:rPr lang="en-US" sz="1150" i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Same InterceptedFunction.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Same ToolCatalog.</a:t>
            </a:r>
            <a:endParaRPr lang="en-US" sz="11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tool file changes.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 — GIVING THE AGENT READ ACCESS: THE INTERCEPTION SEAM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Moves to a Real Chokepoint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81912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81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ToolInvocation is deliberately thin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1874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and its arguments — no interceptor needs to know which tool it 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581912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581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31152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is the inner, undecorated 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1152" y="1874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the wrapper would let the innermost invoker re-enter the chain forever.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70632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2935224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935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2862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DirectToolInvoker turns throws into sentences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61872" y="322783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becomes "read_file failed: ..." — text the model can react to.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770632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0" y="2935224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2935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31152" y="2862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 is re-thrown, not swallowed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31152" y="3227832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needs "user pressed Ctrl+C" told apart from "the tool broke."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23944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4288536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1520" y="4288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61872" y="42153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InterceptedFunction overrides one method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61872" y="4581144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schema all come from the base class forwarding.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4123944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0" y="4288536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4288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31152" y="42153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ToolCatalog.Intercept is private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31152" y="4581144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in GetTools() goes through it — a property of the code, not a convention.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477256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1520" y="5641848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5641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61872" y="55686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workspace_root is a real tool with one job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61872" y="5934456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watch a call happen end to end, and tells the model paths are relative.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&amp; EXPECTED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Second Invoker Without Opening a Tool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852160" cy="4754880"/>
          </a:xfrm>
          <a:prstGeom prst="roundRect">
            <a:avLst>
              <a:gd name="adj" fmla="val 192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5/icons/hash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196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CountingToolInvoker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5349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Wraps another IToolInvoker, counts calls, passes each through unchanged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Compose as new CountingToolInvoker(new DirectToolInvoker())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Print the count when the session ends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model’s behaviour must stay identical</a:t>
            </a:r>
            <a:endParaRPr lang="en-US" sz="12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file changes outside your new one and CodingAgentFactory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4846320"/>
            <a:ext cx="5349240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4956048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lesson: 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added cross-cutting behaviour to every tool without opening a single tool file. Module 15 does this with approval; Module 17 with tracing.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75120" y="1417320"/>
            <a:ext cx="4983480" cy="4754880"/>
          </a:xfrm>
          <a:prstGeom prst="roundRect">
            <a:avLst>
              <a:gd name="adj" fmla="val 192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03720" y="16276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114032" y="16276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324344" y="16276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03720" y="1828800"/>
            <a:ext cx="4572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run --project src/MiniCode.Cli
    -- D:\Repos\CustomerPortal
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Workspace: D:\Repos\CustomerPortal
MiniCode. Type 'exit' to quit.
</a:t>
            </a:r>
            <a:r>
              <a:rPr lang="en-US" sz="10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repository are you working in?
</a:t>
            </a: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I'm working in D:\Repos\CustomerPortal.
</a:t>
            </a:r>
            <a:r>
              <a:rPr lang="en-US" sz="10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5A — GIVING THE AGENT READ ACCESS: THE INTERCEPTION SEAM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939</Words>
  <Application>Microsoft Office PowerPoint</Application>
  <PresentationFormat>Widescreen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Bob Tryon</cp:lastModifiedBy>
  <cp:revision>2</cp:revision>
  <dcterms:created xsi:type="dcterms:W3CDTF">2026-09-08T23:21:36Z</dcterms:created>
  <dcterms:modified xsi:type="dcterms:W3CDTF">2026-09-08T23:28:12Z</dcterms:modified>
</cp:coreProperties>
</file>