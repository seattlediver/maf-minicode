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CAPSTONE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Agent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3FBFB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Modules, consolidated — and two seams fixed that only show up when you look at the Phase as a whole.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1280160"/>
            <a:ext cx="3566160" cy="4434840"/>
          </a:xfrm>
          <a:prstGeom prst="roundRect">
            <a:avLst>
              <a:gd name="adj" fmla="val 3077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COMPLETE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83880" y="1892808"/>
            <a:ext cx="329184" cy="329184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0" name="Text 8"/>
          <p:cNvSpPr/>
          <p:nvPr/>
        </p:nvSpPr>
        <p:spPr>
          <a:xfrm>
            <a:off x="8183880" y="1892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13648" y="18288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instructions (AGENTS.md)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2514600"/>
            <a:ext cx="329184" cy="329184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2514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M8a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13648" y="24505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search-before-read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3136392"/>
            <a:ext cx="329184" cy="329184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3136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M8b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13648" y="307238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state and compaction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3758184"/>
            <a:ext cx="329184" cy="329184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758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13648" y="369417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task state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3880" y="4407408"/>
            <a:ext cx="306324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dash"/>
          </a:ln>
        </p:spPr>
      </p:sp>
      <p:pic>
        <p:nvPicPr>
          <p:cNvPr id="22" name="Image 0" descr="/home/claude/deck14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4562856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595360" y="458114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Capstone: 2 seams fixed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End of Phase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 Is Where the Interactions Surface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in Phase 2 was verified on its own and each one worked.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defects below only exist between Modules — neither is visible from inside either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9496" y="30632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3319272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/home/claude/deck14/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4564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33375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Seam One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" y="39776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doesn’t know about Module 7. The planner never saw the repository’s conventions.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00216" y="30632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3FBFB0"/>
          </a:solidFill>
          <a:ln/>
        </p:spPr>
      </p:sp>
      <p:sp>
        <p:nvSpPr>
          <p:cNvPr id="12" name="Shape 9"/>
          <p:cNvSpPr/>
          <p:nvPr/>
        </p:nvSpPr>
        <p:spPr>
          <a:xfrm>
            <a:off x="6556248" y="33192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14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34564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14616" y="33375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Seam Two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74536" y="39776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quietly invalidated Module 8a. Planning became a second, uncounted model call.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349240"/>
            <a:ext cx="11109960" cy="1005840"/>
          </a:xfrm>
          <a:prstGeom prst="roundRect">
            <a:avLst>
              <a:gd name="adj" fmla="val 5455"/>
            </a:avLst>
          </a:prstGeom>
          <a:ln w="12700">
            <a:solidFill>
              <a:srgbClr val="3FBFB0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argument for looking at a Phase as a unit, not just its Modules.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CAPSTONE — PLANNING AGENT (V0.2)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Planner Couldn’t See the Repository’s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whose rules say "add tests for new functionality" produced plans with a test step only when the model happened to think of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repository states these conventions. A plan that ignores them is wrong:"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 on the plan, not advice for writing code — the same text, a different job.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10515600" cy="2468880"/>
          </a:xfrm>
          <a:prstGeom prst="roundRect">
            <a:avLst>
              <a:gd name="adj" fmla="val 3704"/>
            </a:avLst>
          </a:prstGeom>
          <a:solidFill>
            <a:srgbClr val="3FBFB0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7947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/home/claude/deck14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9319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74520" y="374904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7’s precedence still holds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74520" y="4251960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repository’s rules about how its code should be written — exactly the half it’s allowed to control. Nothing about what MiniCode may do comes from this text.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CAPSTONE — PLANNING AGENT (V0.2)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Was Free, According to the Budget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_usedTokens tracked the request and the streamed answer, and the planning round trip simply did not exist.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on screen looked healthy the entire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3337560"/>
            <a:ext cx="594360" cy="594360"/>
          </a:xfrm>
          <a:prstGeom prst="ellipse">
            <a:avLst/>
          </a:prstGeom>
          <a:solidFill>
            <a:srgbClr val="141B49"/>
          </a:solidFill>
          <a:ln/>
        </p:spPr>
      </p:sp>
      <p:pic>
        <p:nvPicPr>
          <p:cNvPr id="8" name="Image 0" descr="/home/claude/deck14/icons/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474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3063240"/>
            <a:ext cx="9052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slightly off — systematically wrong by one whole call, every turn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4937760"/>
            <a:ext cx="594360" cy="59436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2" name="Image 1" descr="/home/claude/deck14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5074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482803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generalises: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874520" y="516636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measurement is only honest while every path that spends the thing reports it.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CAPSTONE — PLANNING AGENT (V0.2)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PLAINLY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v0.2 Is, and What It Still Is Not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3FBFB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14/icons/clipboar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05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v0.2 can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a repository’s own rules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Say what it intends to do first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and revise the plan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working past the context window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691640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1" name="Image 1" descr="/home/claude/deck14/icons/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8105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v0.2 still cannot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33172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a file, run a command, or use Git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 permission — it needs none for what it can do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Skip planning on questions that don’t need it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48056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59028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plans on every turn, even "what is this repository?" —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calls to answer a question that needed none. Module 16 makes planning a mode; until then, the lesson says so rather than hiding it.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5623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is where MiniCode first changes something on your disk. Module 15 is where somebody finally gets asked first.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CAPSTONE — PLANNING AGENT (V0.2)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&amp; EXERCISES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Files Changed, Two Exercises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36776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36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508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is optional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19293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built without one behaves exactly as Module 9’s did.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916936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Framed as constraint, not advice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25880" y="32095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plan that ignores them is wrong" — a test the plan must pass.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197096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069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PlanAsync became a method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25880" y="44897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plan, then charge for it — the whole of seam two.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5477256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477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349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charge estimates request + rendered plan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25880" y="57698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Under-reports a little; very different from not counting at all.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41732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3FBFB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0" descr="/home/claude/deck14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1764792"/>
            <a:ext cx="265176" cy="26517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132320" y="161848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only when it’s worth it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92240" y="2377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task-vs-question before planning, without a model call to decide. A question → one call, no plan.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63640" y="406908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3FBFB0"/>
          </a:solidFill>
          <a:ln/>
        </p:spPr>
      </p:sp>
      <p:sp>
        <p:nvSpPr>
          <p:cNvPr id="30" name="Shape 27"/>
          <p:cNvSpPr/>
          <p:nvPr/>
        </p:nvSpPr>
        <p:spPr>
          <a:xfrm>
            <a:off x="649224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1" descr="/home/claude/deck14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4416552"/>
            <a:ext cx="265176" cy="26517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132320" y="42702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the plan across compaction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6492240" y="50292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WorkingNoteKind for the plan, rendered with per-step markers intact after a compaction.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 Step Nobody Asked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52160" cy="4800600"/>
          </a:xfrm>
          <a:prstGeom prst="roundRect">
            <a:avLst>
              <a:gd name="adj" fmla="val 1905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 loaded: 14 lines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[ ] Inspect CustomerService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[ ] Add IMemoryCache to the DI container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[ ] Modify the service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[ ] Add tests for the cached path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[ ] Build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[ ] 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files have been modified.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663440"/>
            <a:ext cx="539496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" y="4800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      ~  417 tokens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 call     ~   56 tokens  (uncounted before this Capstone)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~473 / 128,000 tokens (0%)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4983480" cy="4800600"/>
          </a:xfrm>
          <a:prstGeom prst="roundRect">
            <a:avLst>
              <a:gd name="adj" fmla="val 1905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0" descr="/home/claude/deck14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312" y="176479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3524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is the one to point at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949440" y="23317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said nothing about tests. The repository’s conventions did — and before this Capstone, the planner never saw them.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949440" y="374904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7178040" y="39319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planning call cost ~56 tokens’ worth of accounting the budget used to skip entirely. 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numbers, honestly reported, beat larger ones you can’t trust.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CAPSTONE — PLANNING AGENT (V0.2)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What It Still Cannot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4709160"/>
          </a:xfrm>
          <a:prstGeom prst="roundRect">
            <a:avLst>
              <a:gd name="adj" fmla="val 1942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5544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261872" y="15544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472184" y="15544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83080"/>
            <a:ext cx="9966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 v0.2
Workspace: D:\Repos\CustomerPortal
MiniCode. Type 'exit' to quit.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caching to CustomerService.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[ ] Inspect CustomerService and its current dependencies
2. [ ] Check whether the solution already registers a cache
3. [ ] Add IMemoryCache to the DI container
4. [ ] Cache the read path in CustomerService
5. [ ] Add tests for the cached path
6. [ ] Build
7. [ ] Test
No files have been modified.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I've looked at src/CustomerPortal.Core/CustomerService.cs:24 — GetByIdAsync goes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straight to the repository on every call, and nothing in Program.cs registers a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 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above is what I'd do; I can't make any of these changes yet.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~2,190 / 128,000 tokens (2%)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CAPSTONE — PLANNING AGENT (V0.2)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2026-09-09T00:46:00Z</dcterms:created>
  <dcterms:modified xsi:type="dcterms:W3CDTF">2026-09-09T00:46:00Z</dcterms:modified>
</cp:coreProperties>
</file>